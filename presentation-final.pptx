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diagrams/colors1.xml" ContentType="application/vnd.openxmlformats-officedocument.drawingml.diagramColors+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tags/tag4.xml" ContentType="application/vnd.openxmlformats-officedocument.presentationml.tags+xml"/>
  <Override PartName="/ppt/diagrams/quickStyle2.xml" ContentType="application/vnd.openxmlformats-officedocument.drawingml.diagramStyle+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tags/tag2.xml" ContentType="application/vnd.openxmlformats-officedocument.presentationml.tags+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diagrams/layout1.xml" ContentType="application/vnd.openxmlformats-officedocument.drawingml.diagramLayout+xml"/>
  <Override PartName="/ppt/diagrams/data2.xml" ContentType="application/vnd.openxmlformats-officedocument.drawingml.diagramData+xml"/>
  <Override PartName="/ppt/notesSlides/notesSlide7.xml" ContentType="application/vnd.openxmlformats-officedocument.presentationml.notesSlide+xml"/>
  <Default Extension="xlsx" ContentType="application/vnd.openxmlformats-officedocument.spreadsheetml.sheet"/>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diagrams/colors2.xml" ContentType="application/vnd.openxmlformats-officedocument.drawingml.diagramColors+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Default Extension="jpeg" ContentType="image/jpeg"/>
  <Override PartName="/ppt/slideLayouts/slideLayout3.xml" ContentType="application/vnd.openxmlformats-officedocument.presentationml.slideLayout+xml"/>
  <Override PartName="/ppt/tags/tag3.xml" ContentType="application/vnd.openxmlformats-officedocument.presentationml.tags+xml"/>
  <Override PartName="/ppt/diagrams/quickStyle1.xml" ContentType="application/vnd.openxmlformats-officedocument.drawingml.diagramStyle+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Layouts/slideLayout1.xml" ContentType="application/vnd.openxmlformats-officedocument.presentationml.slideLayout+xml"/>
  <Override PartName="/ppt/tags/tag1.xml" ContentType="application/vnd.openxmlformats-officedocument.presentationml.tags+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Layouts/slideLayout10.xml" ContentType="application/vnd.openxmlformats-officedocument.presentationml.slideLayout+xml"/>
  <Override PartName="/ppt/diagrams/layout2.xml" ContentType="application/vnd.openxmlformats-officedocument.drawingml.diagramLayout+xml"/>
  <Override PartName="/ppt/notesSlides/notesSlide8.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13" r:id="rId1"/>
  </p:sldMasterIdLst>
  <p:notesMasterIdLst>
    <p:notesMasterId r:id="rId41"/>
  </p:notesMasterIdLst>
  <p:sldIdLst>
    <p:sldId id="256" r:id="rId2"/>
    <p:sldId id="265" r:id="rId3"/>
    <p:sldId id="264" r:id="rId4"/>
    <p:sldId id="298" r:id="rId5"/>
    <p:sldId id="299" r:id="rId6"/>
    <p:sldId id="266" r:id="rId7"/>
    <p:sldId id="300" r:id="rId8"/>
    <p:sldId id="267" r:id="rId9"/>
    <p:sldId id="270" r:id="rId10"/>
    <p:sldId id="301" r:id="rId11"/>
    <p:sldId id="275" r:id="rId12"/>
    <p:sldId id="302" r:id="rId13"/>
    <p:sldId id="304" r:id="rId14"/>
    <p:sldId id="307" r:id="rId15"/>
    <p:sldId id="308" r:id="rId16"/>
    <p:sldId id="309" r:id="rId17"/>
    <p:sldId id="285" r:id="rId18"/>
    <p:sldId id="310" r:id="rId19"/>
    <p:sldId id="311" r:id="rId20"/>
    <p:sldId id="312" r:id="rId21"/>
    <p:sldId id="286" r:id="rId22"/>
    <p:sldId id="317" r:id="rId23"/>
    <p:sldId id="318" r:id="rId24"/>
    <p:sldId id="319" r:id="rId25"/>
    <p:sldId id="320" r:id="rId26"/>
    <p:sldId id="323" r:id="rId27"/>
    <p:sldId id="327" r:id="rId28"/>
    <p:sldId id="322" r:id="rId29"/>
    <p:sldId id="331" r:id="rId30"/>
    <p:sldId id="329" r:id="rId31"/>
    <p:sldId id="332" r:id="rId32"/>
    <p:sldId id="334" r:id="rId33"/>
    <p:sldId id="337" r:id="rId34"/>
    <p:sldId id="340" r:id="rId35"/>
    <p:sldId id="341" r:id="rId36"/>
    <p:sldId id="342" r:id="rId37"/>
    <p:sldId id="347" r:id="rId38"/>
    <p:sldId id="339" r:id="rId39"/>
    <p:sldId id="288" r:id="rId40"/>
  </p:sldIdLst>
  <p:sldSz cx="9144000" cy="51435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18" autoAdjust="0"/>
    <p:restoredTop sz="82796" autoAdjust="0"/>
  </p:normalViewPr>
  <p:slideViewPr>
    <p:cSldViewPr>
      <p:cViewPr>
        <p:scale>
          <a:sx n="75" d="100"/>
          <a:sy n="75" d="100"/>
        </p:scale>
        <p:origin x="-1224" y="-174"/>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Feuille_Microsoft_Office_Excel1.xlsx"/></Relationships>
</file>

<file path=ppt/charts/_rels/chart2.xml.rels><?xml version="1.0" encoding="UTF-8" standalone="yes"?>
<Relationships xmlns="http://schemas.openxmlformats.org/package/2006/relationships"><Relationship Id="rId1" Type="http://schemas.openxmlformats.org/officeDocument/2006/relationships/package" Target="../embeddings/Feuille_Microsoft_Office_Excel2.xlsx"/></Relationships>
</file>

<file path=ppt/charts/chart1.xml><?xml version="1.0" encoding="utf-8"?>
<c:chartSpace xmlns:c="http://schemas.openxmlformats.org/drawingml/2006/chart" xmlns:a="http://schemas.openxmlformats.org/drawingml/2006/main" xmlns:r="http://schemas.openxmlformats.org/officeDocument/2006/relationships">
  <c:date1904 val="1"/>
  <c:lang val="fr-FR"/>
  <c:chart>
    <c:plotArea>
      <c:layout/>
      <c:barChart>
        <c:barDir val="col"/>
        <c:grouping val="clustered"/>
        <c:ser>
          <c:idx val="0"/>
          <c:order val="0"/>
          <c:tx>
            <c:strRef>
              <c:f>Feuil1!$B$1</c:f>
              <c:strCache>
                <c:ptCount val="1"/>
                <c:pt idx="0">
                  <c:v>RMI</c:v>
                </c:pt>
              </c:strCache>
            </c:strRef>
          </c:tx>
          <c:cat>
            <c:strRef>
              <c:f>Feuil1!$A$2:$A$6</c:f>
              <c:strCache>
                <c:ptCount val="5"/>
                <c:pt idx="0">
                  <c:v>LOC /100</c:v>
                </c:pt>
                <c:pt idx="1">
                  <c:v>Nombre des classes</c:v>
                </c:pt>
                <c:pt idx="2">
                  <c:v>Nombre des méthodes  moiyenne</c:v>
                </c:pt>
                <c:pt idx="3">
                  <c:v>Complexité cyclomatique moyenne </c:v>
                </c:pt>
                <c:pt idx="4">
                  <c:v>LCOM</c:v>
                </c:pt>
              </c:strCache>
            </c:strRef>
          </c:cat>
          <c:val>
            <c:numRef>
              <c:f>Feuil1!$B$2:$B$6</c:f>
              <c:numCache>
                <c:formatCode>#,##0.00</c:formatCode>
                <c:ptCount val="5"/>
                <c:pt idx="0">
                  <c:v>0.66000000000000381</c:v>
                </c:pt>
                <c:pt idx="1">
                  <c:v>1</c:v>
                </c:pt>
                <c:pt idx="2">
                  <c:v>5</c:v>
                </c:pt>
                <c:pt idx="3">
                  <c:v>1.4</c:v>
                </c:pt>
                <c:pt idx="4">
                  <c:v>0.30000000000000032</c:v>
                </c:pt>
              </c:numCache>
            </c:numRef>
          </c:val>
        </c:ser>
        <c:ser>
          <c:idx val="1"/>
          <c:order val="1"/>
          <c:tx>
            <c:strRef>
              <c:f>Feuil1!$C$1</c:f>
              <c:strCache>
                <c:ptCount val="1"/>
                <c:pt idx="0">
                  <c:v>JCSP,net</c:v>
                </c:pt>
              </c:strCache>
            </c:strRef>
          </c:tx>
          <c:cat>
            <c:strRef>
              <c:f>Feuil1!$A$2:$A$6</c:f>
              <c:strCache>
                <c:ptCount val="5"/>
                <c:pt idx="0">
                  <c:v>LOC /100</c:v>
                </c:pt>
                <c:pt idx="1">
                  <c:v>Nombre des classes</c:v>
                </c:pt>
                <c:pt idx="2">
                  <c:v>Nombre des méthodes  moiyenne</c:v>
                </c:pt>
                <c:pt idx="3">
                  <c:v>Complexité cyclomatique moyenne </c:v>
                </c:pt>
                <c:pt idx="4">
                  <c:v>LCOM</c:v>
                </c:pt>
              </c:strCache>
            </c:strRef>
          </c:cat>
          <c:val>
            <c:numRef>
              <c:f>Feuil1!$C$2:$C$6</c:f>
              <c:numCache>
                <c:formatCode>#,##0.00</c:formatCode>
                <c:ptCount val="5"/>
                <c:pt idx="0">
                  <c:v>1.6</c:v>
                </c:pt>
                <c:pt idx="1">
                  <c:v>2</c:v>
                </c:pt>
                <c:pt idx="2">
                  <c:v>11</c:v>
                </c:pt>
                <c:pt idx="3">
                  <c:v>1.7200000000000006</c:v>
                </c:pt>
                <c:pt idx="4">
                  <c:v>0.72000000000000064</c:v>
                </c:pt>
              </c:numCache>
            </c:numRef>
          </c:val>
        </c:ser>
        <c:axId val="85227776"/>
        <c:axId val="85229568"/>
      </c:barChart>
      <c:catAx>
        <c:axId val="85227776"/>
        <c:scaling>
          <c:orientation val="minMax"/>
        </c:scaling>
        <c:axPos val="b"/>
        <c:tickLblPos val="nextTo"/>
        <c:txPr>
          <a:bodyPr rot="5400000" vert="horz"/>
          <a:lstStyle/>
          <a:p>
            <a:pPr>
              <a:defRPr/>
            </a:pPr>
            <a:endParaRPr lang="fr-FR"/>
          </a:p>
        </c:txPr>
        <c:crossAx val="85229568"/>
        <c:crosses val="autoZero"/>
        <c:auto val="1"/>
        <c:lblAlgn val="ctr"/>
        <c:lblOffset val="100"/>
      </c:catAx>
      <c:valAx>
        <c:axId val="85229568"/>
        <c:scaling>
          <c:orientation val="minMax"/>
        </c:scaling>
        <c:axPos val="l"/>
        <c:majorGridlines/>
        <c:numFmt formatCode="#,##0.00" sourceLinked="1"/>
        <c:tickLblPos val="nextTo"/>
        <c:crossAx val="85227776"/>
        <c:crosses val="autoZero"/>
        <c:crossBetween val="between"/>
      </c:valAx>
    </c:plotArea>
    <c:legend>
      <c:legendPos val="r"/>
      <c:layout/>
    </c:legend>
    <c:plotVisOnly val="1"/>
  </c:chart>
  <c:externalData r:id="rId1"/>
</c:chartSpace>
</file>

<file path=ppt/charts/chart2.xml><?xml version="1.0" encoding="utf-8"?>
<c:chartSpace xmlns:c="http://schemas.openxmlformats.org/drawingml/2006/chart" xmlns:a="http://schemas.openxmlformats.org/drawingml/2006/main" xmlns:r="http://schemas.openxmlformats.org/officeDocument/2006/relationships">
  <c:date1904 val="1"/>
  <c:lang val="fr-FR"/>
  <c:chart>
    <c:plotArea>
      <c:layout/>
      <c:barChart>
        <c:barDir val="col"/>
        <c:grouping val="clustered"/>
        <c:ser>
          <c:idx val="0"/>
          <c:order val="0"/>
          <c:tx>
            <c:strRef>
              <c:f>Feuil1!$B$1</c:f>
              <c:strCache>
                <c:ptCount val="1"/>
                <c:pt idx="0">
                  <c:v>Série 1</c:v>
                </c:pt>
              </c:strCache>
            </c:strRef>
          </c:tx>
          <c:cat>
            <c:strRef>
              <c:f>Feuil1!$A$2:$A$6</c:f>
              <c:strCache>
                <c:ptCount val="5"/>
                <c:pt idx="0">
                  <c:v>LOC /100</c:v>
                </c:pt>
                <c:pt idx="1">
                  <c:v>Nombre des classes </c:v>
                </c:pt>
                <c:pt idx="2">
                  <c:v>Nombre des méthodes</c:v>
                </c:pt>
                <c:pt idx="3">
                  <c:v>Complexité cyclomatique moyenne </c:v>
                </c:pt>
                <c:pt idx="4">
                  <c:v>LCOM </c:v>
                </c:pt>
              </c:strCache>
            </c:strRef>
          </c:cat>
          <c:val>
            <c:numRef>
              <c:f>Feuil1!$B$2:$B$6</c:f>
              <c:numCache>
                <c:formatCode>General</c:formatCode>
                <c:ptCount val="5"/>
                <c:pt idx="0">
                  <c:v>0.18000000000000024</c:v>
                </c:pt>
                <c:pt idx="1">
                  <c:v>2</c:v>
                </c:pt>
                <c:pt idx="2">
                  <c:v>11</c:v>
                </c:pt>
                <c:pt idx="3">
                  <c:v>1.27</c:v>
                </c:pt>
                <c:pt idx="4">
                  <c:v>0.39000000000000162</c:v>
                </c:pt>
              </c:numCache>
            </c:numRef>
          </c:val>
        </c:ser>
        <c:ser>
          <c:idx val="1"/>
          <c:order val="1"/>
          <c:tx>
            <c:strRef>
              <c:f>Feuil1!$C$1</c:f>
              <c:strCache>
                <c:ptCount val="1"/>
                <c:pt idx="0">
                  <c:v>Série 2</c:v>
                </c:pt>
              </c:strCache>
            </c:strRef>
          </c:tx>
          <c:cat>
            <c:strRef>
              <c:f>Feuil1!$A$2:$A$6</c:f>
              <c:strCache>
                <c:ptCount val="5"/>
                <c:pt idx="0">
                  <c:v>LOC /100</c:v>
                </c:pt>
                <c:pt idx="1">
                  <c:v>Nombre des classes </c:v>
                </c:pt>
                <c:pt idx="2">
                  <c:v>Nombre des méthodes</c:v>
                </c:pt>
                <c:pt idx="3">
                  <c:v>Complexité cyclomatique moyenne </c:v>
                </c:pt>
                <c:pt idx="4">
                  <c:v>LCOM </c:v>
                </c:pt>
              </c:strCache>
            </c:strRef>
          </c:cat>
          <c:val>
            <c:numRef>
              <c:f>Feuil1!$C$2:$C$6</c:f>
              <c:numCache>
                <c:formatCode>General</c:formatCode>
                <c:ptCount val="5"/>
                <c:pt idx="0">
                  <c:v>0.30000000000000032</c:v>
                </c:pt>
                <c:pt idx="1">
                  <c:v>3</c:v>
                </c:pt>
                <c:pt idx="2">
                  <c:v>20</c:v>
                </c:pt>
                <c:pt idx="3">
                  <c:v>2.0499999999999998</c:v>
                </c:pt>
                <c:pt idx="4">
                  <c:v>0.72000000000000064</c:v>
                </c:pt>
              </c:numCache>
            </c:numRef>
          </c:val>
        </c:ser>
        <c:axId val="85244928"/>
        <c:axId val="36639488"/>
      </c:barChart>
      <c:catAx>
        <c:axId val="85244928"/>
        <c:scaling>
          <c:orientation val="minMax"/>
        </c:scaling>
        <c:axPos val="b"/>
        <c:tickLblPos val="nextTo"/>
        <c:crossAx val="36639488"/>
        <c:crosses val="autoZero"/>
        <c:auto val="1"/>
        <c:lblAlgn val="ctr"/>
        <c:lblOffset val="100"/>
      </c:catAx>
      <c:valAx>
        <c:axId val="36639488"/>
        <c:scaling>
          <c:orientation val="minMax"/>
        </c:scaling>
        <c:axPos val="l"/>
        <c:majorGridlines/>
        <c:numFmt formatCode="General" sourceLinked="1"/>
        <c:tickLblPos val="nextTo"/>
        <c:crossAx val="85244928"/>
        <c:crosses val="autoZero"/>
        <c:crossBetween val="between"/>
      </c:valAx>
    </c:plotArea>
    <c:legend>
      <c:legendPos val="r"/>
      <c:layout/>
    </c:legend>
    <c:plotVisOnly val="1"/>
  </c:chart>
  <c:externalData r:id="rId1"/>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268E647-74EF-4D56-BA5A-D07834F68DAB}" type="doc">
      <dgm:prSet loTypeId="urn:microsoft.com/office/officeart/2005/8/layout/arrow2" loCatId="process" qsTypeId="urn:microsoft.com/office/officeart/2005/8/quickstyle/simple1" qsCatId="simple" csTypeId="urn:microsoft.com/office/officeart/2005/8/colors/accent1_2" csCatId="accent1" phldr="1"/>
      <dgm:spPr/>
    </dgm:pt>
    <dgm:pt modelId="{42AB69C7-800E-42F2-983C-5A909A0A6DE8}">
      <dgm:prSet phldrT="[Texte]" custT="1"/>
      <dgm:spPr/>
      <dgm:t>
        <a:bodyPr/>
        <a:lstStyle/>
        <a:p>
          <a:r>
            <a:rPr lang="fr-FR" sz="4000" b="1" dirty="0" smtClean="0">
              <a:effectLst>
                <a:outerShdw blurRad="38100" dist="38100" dir="2700000" algn="tl">
                  <a:srgbClr val="000000">
                    <a:alpha val="43137"/>
                  </a:srgbClr>
                </a:outerShdw>
              </a:effectLst>
            </a:rPr>
            <a:t>CSP</a:t>
          </a:r>
          <a:endParaRPr lang="fr-FR" sz="2200" b="1" dirty="0">
            <a:effectLst>
              <a:outerShdw blurRad="38100" dist="38100" dir="2700000" algn="tl">
                <a:srgbClr val="000000">
                  <a:alpha val="43137"/>
                </a:srgbClr>
              </a:outerShdw>
            </a:effectLst>
          </a:endParaRPr>
        </a:p>
      </dgm:t>
    </dgm:pt>
    <dgm:pt modelId="{7D26941B-E844-4663-B099-765BB0B4A39D}" type="parTrans" cxnId="{CC296985-CE7C-4982-BE8A-4FF6B58583AF}">
      <dgm:prSet/>
      <dgm:spPr/>
      <dgm:t>
        <a:bodyPr/>
        <a:lstStyle/>
        <a:p>
          <a:endParaRPr lang="fr-FR"/>
        </a:p>
      </dgm:t>
    </dgm:pt>
    <dgm:pt modelId="{CBD7510F-7E7D-4320-9300-3852582086D3}" type="sibTrans" cxnId="{CC296985-CE7C-4982-BE8A-4FF6B58583AF}">
      <dgm:prSet/>
      <dgm:spPr/>
      <dgm:t>
        <a:bodyPr/>
        <a:lstStyle/>
        <a:p>
          <a:endParaRPr lang="fr-FR"/>
        </a:p>
      </dgm:t>
    </dgm:pt>
    <dgm:pt modelId="{952391BD-9E85-4A06-8629-B786A9B24A3B}">
      <dgm:prSet phldrT="[Texte]" custT="1"/>
      <dgm:spPr/>
      <dgm:t>
        <a:bodyPr/>
        <a:lstStyle/>
        <a:p>
          <a:r>
            <a:rPr lang="fr-FR" sz="3600" b="1" dirty="0" smtClean="0">
              <a:effectLst>
                <a:outerShdw blurRad="38100" dist="38100" dir="2700000" algn="tl">
                  <a:srgbClr val="000000">
                    <a:alpha val="43137"/>
                  </a:srgbClr>
                </a:outerShdw>
              </a:effectLst>
            </a:rPr>
            <a:t>JCSP</a:t>
          </a:r>
          <a:endParaRPr lang="fr-FR" sz="2200" b="1" dirty="0">
            <a:effectLst>
              <a:outerShdw blurRad="38100" dist="38100" dir="2700000" algn="tl">
                <a:srgbClr val="000000">
                  <a:alpha val="43137"/>
                </a:srgbClr>
              </a:outerShdw>
            </a:effectLst>
          </a:endParaRPr>
        </a:p>
      </dgm:t>
    </dgm:pt>
    <dgm:pt modelId="{963EDF42-55B8-48C6-863F-3809C89BD48C}" type="parTrans" cxnId="{FB6776AF-C338-4805-8207-E30C942F7518}">
      <dgm:prSet/>
      <dgm:spPr/>
      <dgm:t>
        <a:bodyPr/>
        <a:lstStyle/>
        <a:p>
          <a:endParaRPr lang="fr-FR"/>
        </a:p>
      </dgm:t>
    </dgm:pt>
    <dgm:pt modelId="{D2556737-FBE3-4B64-AFAA-9F65F1766A7E}" type="sibTrans" cxnId="{FB6776AF-C338-4805-8207-E30C942F7518}">
      <dgm:prSet/>
      <dgm:spPr/>
      <dgm:t>
        <a:bodyPr/>
        <a:lstStyle/>
        <a:p>
          <a:endParaRPr lang="fr-FR"/>
        </a:p>
      </dgm:t>
    </dgm:pt>
    <dgm:pt modelId="{AB162B2C-E117-4112-9120-3D33714BBA97}">
      <dgm:prSet phldrT="[Texte]" custT="1"/>
      <dgm:spPr/>
      <dgm:t>
        <a:bodyPr/>
        <a:lstStyle/>
        <a:p>
          <a:r>
            <a:rPr lang="fr-FR" sz="3600" dirty="0" smtClean="0">
              <a:effectLst>
                <a:outerShdw blurRad="38100" dist="38100" dir="2700000" algn="tl">
                  <a:srgbClr val="000000">
                    <a:alpha val="43137"/>
                  </a:srgbClr>
                </a:outerShdw>
              </a:effectLst>
            </a:rPr>
            <a:t>JCSP.net</a:t>
          </a:r>
          <a:endParaRPr lang="fr-FR" sz="3600" dirty="0">
            <a:effectLst>
              <a:outerShdw blurRad="38100" dist="38100" dir="2700000" algn="tl">
                <a:srgbClr val="000000">
                  <a:alpha val="43137"/>
                </a:srgbClr>
              </a:outerShdw>
            </a:effectLst>
          </a:endParaRPr>
        </a:p>
      </dgm:t>
    </dgm:pt>
    <dgm:pt modelId="{FE1DB500-7B09-4899-A2CE-15D9C001604D}" type="parTrans" cxnId="{B5DEB34F-787D-4D04-BEFA-3C7374D811CA}">
      <dgm:prSet/>
      <dgm:spPr/>
      <dgm:t>
        <a:bodyPr/>
        <a:lstStyle/>
        <a:p>
          <a:endParaRPr lang="fr-FR"/>
        </a:p>
      </dgm:t>
    </dgm:pt>
    <dgm:pt modelId="{835CF0BF-CEDD-4E73-A6B0-8EE16133B70F}" type="sibTrans" cxnId="{B5DEB34F-787D-4D04-BEFA-3C7374D811CA}">
      <dgm:prSet/>
      <dgm:spPr/>
      <dgm:t>
        <a:bodyPr/>
        <a:lstStyle/>
        <a:p>
          <a:endParaRPr lang="fr-FR"/>
        </a:p>
      </dgm:t>
    </dgm:pt>
    <dgm:pt modelId="{A37F032F-DF39-46A8-9D57-4660671FD0EF}" type="pres">
      <dgm:prSet presAssocID="{8268E647-74EF-4D56-BA5A-D07834F68DAB}" presName="arrowDiagram" presStyleCnt="0">
        <dgm:presLayoutVars>
          <dgm:chMax val="5"/>
          <dgm:dir/>
          <dgm:resizeHandles val="exact"/>
        </dgm:presLayoutVars>
      </dgm:prSet>
      <dgm:spPr/>
    </dgm:pt>
    <dgm:pt modelId="{D7F7BAE6-A69D-43D4-8D3D-9C3F4EEBE388}" type="pres">
      <dgm:prSet presAssocID="{8268E647-74EF-4D56-BA5A-D07834F68DAB}" presName="arrow" presStyleLbl="bgShp" presStyleIdx="0" presStyleCnt="1"/>
      <dgm:spPr/>
    </dgm:pt>
    <dgm:pt modelId="{B09A0922-C1F0-4CE9-9872-31EA608D234F}" type="pres">
      <dgm:prSet presAssocID="{8268E647-74EF-4D56-BA5A-D07834F68DAB}" presName="arrowDiagram3" presStyleCnt="0"/>
      <dgm:spPr/>
    </dgm:pt>
    <dgm:pt modelId="{D40A1A77-E9FC-4CBC-B21B-A1DB26B971A0}" type="pres">
      <dgm:prSet presAssocID="{42AB69C7-800E-42F2-983C-5A909A0A6DE8}" presName="bullet3a" presStyleLbl="node1" presStyleIdx="0" presStyleCnt="3"/>
      <dgm:spPr/>
    </dgm:pt>
    <dgm:pt modelId="{16376D88-3AEB-438A-83CC-C59E8B163F93}" type="pres">
      <dgm:prSet presAssocID="{42AB69C7-800E-42F2-983C-5A909A0A6DE8}" presName="textBox3a" presStyleLbl="revTx" presStyleIdx="0" presStyleCnt="3">
        <dgm:presLayoutVars>
          <dgm:bulletEnabled val="1"/>
        </dgm:presLayoutVars>
      </dgm:prSet>
      <dgm:spPr/>
      <dgm:t>
        <a:bodyPr/>
        <a:lstStyle/>
        <a:p>
          <a:endParaRPr lang="fr-FR"/>
        </a:p>
      </dgm:t>
    </dgm:pt>
    <dgm:pt modelId="{40659A62-99C3-42F6-B582-43145CD9E220}" type="pres">
      <dgm:prSet presAssocID="{952391BD-9E85-4A06-8629-B786A9B24A3B}" presName="bullet3b" presStyleLbl="node1" presStyleIdx="1" presStyleCnt="3" custLinFactNeighborX="-44665" custLinFactNeighborY="43826"/>
      <dgm:spPr/>
    </dgm:pt>
    <dgm:pt modelId="{6245A30D-A3D3-454F-8F42-AC5EFBDDD789}" type="pres">
      <dgm:prSet presAssocID="{952391BD-9E85-4A06-8629-B786A9B24A3B}" presName="textBox3b" presStyleLbl="revTx" presStyleIdx="1" presStyleCnt="3" custScaleY="68533" custLinFactNeighborX="-13057" custLinFactNeighborY="-12718">
        <dgm:presLayoutVars>
          <dgm:bulletEnabled val="1"/>
        </dgm:presLayoutVars>
      </dgm:prSet>
      <dgm:spPr/>
      <dgm:t>
        <a:bodyPr/>
        <a:lstStyle/>
        <a:p>
          <a:endParaRPr lang="fr-FR"/>
        </a:p>
      </dgm:t>
    </dgm:pt>
    <dgm:pt modelId="{A932A3FD-5B13-48BD-9220-7ABF43A1B254}" type="pres">
      <dgm:prSet presAssocID="{AB162B2C-E117-4112-9120-3D33714BBA97}" presName="bullet3c" presStyleLbl="node1" presStyleIdx="2" presStyleCnt="3"/>
      <dgm:spPr/>
    </dgm:pt>
    <dgm:pt modelId="{48DAA8D9-1CCF-479D-9631-6750CF28194D}" type="pres">
      <dgm:prSet presAssocID="{AB162B2C-E117-4112-9120-3D33714BBA97}" presName="textBox3c" presStyleLbl="revTx" presStyleIdx="2" presStyleCnt="3" custScaleX="190035">
        <dgm:presLayoutVars>
          <dgm:bulletEnabled val="1"/>
        </dgm:presLayoutVars>
      </dgm:prSet>
      <dgm:spPr/>
      <dgm:t>
        <a:bodyPr/>
        <a:lstStyle/>
        <a:p>
          <a:endParaRPr lang="fr-FR"/>
        </a:p>
      </dgm:t>
    </dgm:pt>
  </dgm:ptLst>
  <dgm:cxnLst>
    <dgm:cxn modelId="{CC296985-CE7C-4982-BE8A-4FF6B58583AF}" srcId="{8268E647-74EF-4D56-BA5A-D07834F68DAB}" destId="{42AB69C7-800E-42F2-983C-5A909A0A6DE8}" srcOrd="0" destOrd="0" parTransId="{7D26941B-E844-4663-B099-765BB0B4A39D}" sibTransId="{CBD7510F-7E7D-4320-9300-3852582086D3}"/>
    <dgm:cxn modelId="{31E6BBA4-C9FF-4E95-9E11-A6B99A179316}" type="presOf" srcId="{8268E647-74EF-4D56-BA5A-D07834F68DAB}" destId="{A37F032F-DF39-46A8-9D57-4660671FD0EF}" srcOrd="0" destOrd="0" presId="urn:microsoft.com/office/officeart/2005/8/layout/arrow2"/>
    <dgm:cxn modelId="{B5DEB34F-787D-4D04-BEFA-3C7374D811CA}" srcId="{8268E647-74EF-4D56-BA5A-D07834F68DAB}" destId="{AB162B2C-E117-4112-9120-3D33714BBA97}" srcOrd="2" destOrd="0" parTransId="{FE1DB500-7B09-4899-A2CE-15D9C001604D}" sibTransId="{835CF0BF-CEDD-4E73-A6B0-8EE16133B70F}"/>
    <dgm:cxn modelId="{2FD4BF4D-E642-4966-844D-2F652090DDA1}" type="presOf" srcId="{952391BD-9E85-4A06-8629-B786A9B24A3B}" destId="{6245A30D-A3D3-454F-8F42-AC5EFBDDD789}" srcOrd="0" destOrd="0" presId="urn:microsoft.com/office/officeart/2005/8/layout/arrow2"/>
    <dgm:cxn modelId="{6E53F798-948B-449C-8011-7DF18DE15B73}" type="presOf" srcId="{42AB69C7-800E-42F2-983C-5A909A0A6DE8}" destId="{16376D88-3AEB-438A-83CC-C59E8B163F93}" srcOrd="0" destOrd="0" presId="urn:microsoft.com/office/officeart/2005/8/layout/arrow2"/>
    <dgm:cxn modelId="{1E0C189B-81DE-4162-BFDC-F6B74694A6C2}" type="presOf" srcId="{AB162B2C-E117-4112-9120-3D33714BBA97}" destId="{48DAA8D9-1CCF-479D-9631-6750CF28194D}" srcOrd="0" destOrd="0" presId="urn:microsoft.com/office/officeart/2005/8/layout/arrow2"/>
    <dgm:cxn modelId="{FB6776AF-C338-4805-8207-E30C942F7518}" srcId="{8268E647-74EF-4D56-BA5A-D07834F68DAB}" destId="{952391BD-9E85-4A06-8629-B786A9B24A3B}" srcOrd="1" destOrd="0" parTransId="{963EDF42-55B8-48C6-863F-3809C89BD48C}" sibTransId="{D2556737-FBE3-4B64-AFAA-9F65F1766A7E}"/>
    <dgm:cxn modelId="{7C4D17AE-5DAC-43DB-80D4-A23045992C26}" type="presParOf" srcId="{A37F032F-DF39-46A8-9D57-4660671FD0EF}" destId="{D7F7BAE6-A69D-43D4-8D3D-9C3F4EEBE388}" srcOrd="0" destOrd="0" presId="urn:microsoft.com/office/officeart/2005/8/layout/arrow2"/>
    <dgm:cxn modelId="{C71193D9-3A26-4740-A0C0-899D64D45C14}" type="presParOf" srcId="{A37F032F-DF39-46A8-9D57-4660671FD0EF}" destId="{B09A0922-C1F0-4CE9-9872-31EA608D234F}" srcOrd="1" destOrd="0" presId="urn:microsoft.com/office/officeart/2005/8/layout/arrow2"/>
    <dgm:cxn modelId="{0B85CBEA-AC7F-48C8-A136-64FD0E26750F}" type="presParOf" srcId="{B09A0922-C1F0-4CE9-9872-31EA608D234F}" destId="{D40A1A77-E9FC-4CBC-B21B-A1DB26B971A0}" srcOrd="0" destOrd="0" presId="urn:microsoft.com/office/officeart/2005/8/layout/arrow2"/>
    <dgm:cxn modelId="{357535E5-59E9-458E-8D0A-AC39B5D72BAF}" type="presParOf" srcId="{B09A0922-C1F0-4CE9-9872-31EA608D234F}" destId="{16376D88-3AEB-438A-83CC-C59E8B163F93}" srcOrd="1" destOrd="0" presId="urn:microsoft.com/office/officeart/2005/8/layout/arrow2"/>
    <dgm:cxn modelId="{437048AF-5699-45B2-8FEB-80ED3A4B33EA}" type="presParOf" srcId="{B09A0922-C1F0-4CE9-9872-31EA608D234F}" destId="{40659A62-99C3-42F6-B582-43145CD9E220}" srcOrd="2" destOrd="0" presId="urn:microsoft.com/office/officeart/2005/8/layout/arrow2"/>
    <dgm:cxn modelId="{08963CBF-4CA7-4DA9-8EC2-2E2685E9BB5E}" type="presParOf" srcId="{B09A0922-C1F0-4CE9-9872-31EA608D234F}" destId="{6245A30D-A3D3-454F-8F42-AC5EFBDDD789}" srcOrd="3" destOrd="0" presId="urn:microsoft.com/office/officeart/2005/8/layout/arrow2"/>
    <dgm:cxn modelId="{AF3DA709-31B3-466E-ACF7-7D3DBDDCB98B}" type="presParOf" srcId="{B09A0922-C1F0-4CE9-9872-31EA608D234F}" destId="{A932A3FD-5B13-48BD-9220-7ABF43A1B254}" srcOrd="4" destOrd="0" presId="urn:microsoft.com/office/officeart/2005/8/layout/arrow2"/>
    <dgm:cxn modelId="{56749107-5583-44D4-AFBE-0DF26A7CE150}" type="presParOf" srcId="{B09A0922-C1F0-4CE9-9872-31EA608D234F}" destId="{48DAA8D9-1CCF-479D-9631-6750CF28194D}" srcOrd="5" destOrd="0" presId="urn:microsoft.com/office/officeart/2005/8/layout/arrow2"/>
  </dgm:cxnLst>
  <dgm:bg/>
  <dgm:whole/>
</dgm:dataModel>
</file>

<file path=ppt/diagrams/data2.xml><?xml version="1.0" encoding="utf-8"?>
<dgm:dataModel xmlns:dgm="http://schemas.openxmlformats.org/drawingml/2006/diagram" xmlns:a="http://schemas.openxmlformats.org/drawingml/2006/main">
  <dgm:ptLst>
    <dgm:pt modelId="{EEF3E2FA-AC95-4BDF-AD94-432D5BDC0D3A}" type="doc">
      <dgm:prSet loTypeId="urn:microsoft.com/office/officeart/2005/8/layout/funnel1" loCatId="relationship" qsTypeId="urn:microsoft.com/office/officeart/2005/8/quickstyle/simple1" qsCatId="simple" csTypeId="urn:microsoft.com/office/officeart/2005/8/colors/accent1_2" csCatId="accent1" phldr="1"/>
      <dgm:spPr/>
      <dgm:t>
        <a:bodyPr/>
        <a:lstStyle/>
        <a:p>
          <a:endParaRPr lang="fr-FR"/>
        </a:p>
      </dgm:t>
    </dgm:pt>
    <dgm:pt modelId="{885F7D10-028D-4492-9818-7CA295198EEC}">
      <dgm:prSet phldrT="[Texte]"/>
      <dgm:spPr/>
      <dgm:t>
        <a:bodyPr/>
        <a:lstStyle/>
        <a:p>
          <a:r>
            <a:rPr lang="fr-FR" dirty="0" smtClean="0"/>
            <a:t>Message 2</a:t>
          </a:r>
          <a:endParaRPr lang="fr-FR" dirty="0"/>
        </a:p>
      </dgm:t>
    </dgm:pt>
    <dgm:pt modelId="{4D0CEFED-D8DB-43F6-A416-6A9F7FD53246}" type="parTrans" cxnId="{52A91219-3A70-442B-BBA7-0A0BE791FAD8}">
      <dgm:prSet/>
      <dgm:spPr/>
      <dgm:t>
        <a:bodyPr/>
        <a:lstStyle/>
        <a:p>
          <a:endParaRPr lang="fr-FR"/>
        </a:p>
      </dgm:t>
    </dgm:pt>
    <dgm:pt modelId="{723FD1CB-4E3D-4819-8DED-2B273239FB63}" type="sibTrans" cxnId="{52A91219-3A70-442B-BBA7-0A0BE791FAD8}">
      <dgm:prSet/>
      <dgm:spPr/>
      <dgm:t>
        <a:bodyPr/>
        <a:lstStyle/>
        <a:p>
          <a:endParaRPr lang="fr-FR"/>
        </a:p>
      </dgm:t>
    </dgm:pt>
    <dgm:pt modelId="{8517CC39-1752-4BFC-9EFD-FE40F8058E4D}">
      <dgm:prSet phldrT="[Texte]"/>
      <dgm:spPr/>
      <dgm:t>
        <a:bodyPr/>
        <a:lstStyle/>
        <a:p>
          <a:r>
            <a:rPr lang="fr-FR" dirty="0" err="1" smtClean="0"/>
            <a:t>Mesaage</a:t>
          </a:r>
          <a:r>
            <a:rPr lang="fr-FR" dirty="0" smtClean="0"/>
            <a:t> 1</a:t>
          </a:r>
          <a:endParaRPr lang="fr-FR" dirty="0"/>
        </a:p>
      </dgm:t>
    </dgm:pt>
    <dgm:pt modelId="{AECD1AA0-6BDF-444F-987E-0CBAB002ED7F}" type="parTrans" cxnId="{CE0B7CD9-781E-4556-86EB-0AED38AC6F22}">
      <dgm:prSet/>
      <dgm:spPr/>
      <dgm:t>
        <a:bodyPr/>
        <a:lstStyle/>
        <a:p>
          <a:endParaRPr lang="fr-FR"/>
        </a:p>
      </dgm:t>
    </dgm:pt>
    <dgm:pt modelId="{71BF3030-C493-4E8D-BC74-151C2EF88057}" type="sibTrans" cxnId="{CE0B7CD9-781E-4556-86EB-0AED38AC6F22}">
      <dgm:prSet/>
      <dgm:spPr/>
      <dgm:t>
        <a:bodyPr/>
        <a:lstStyle/>
        <a:p>
          <a:endParaRPr lang="fr-FR"/>
        </a:p>
      </dgm:t>
    </dgm:pt>
    <dgm:pt modelId="{51214DE3-1C4B-4A6B-90B8-F3F9753AF482}">
      <dgm:prSet phldrT="[Texte]"/>
      <dgm:spPr/>
      <dgm:t>
        <a:bodyPr/>
        <a:lstStyle/>
        <a:p>
          <a:r>
            <a:rPr lang="fr-FR" dirty="0" smtClean="0"/>
            <a:t>Message 3</a:t>
          </a:r>
          <a:endParaRPr lang="fr-FR" dirty="0"/>
        </a:p>
      </dgm:t>
    </dgm:pt>
    <dgm:pt modelId="{08A42FCB-670A-48FD-ADA1-BA07E0B1991A}" type="parTrans" cxnId="{B8428836-D294-42F4-B40D-E9FE4206997A}">
      <dgm:prSet/>
      <dgm:spPr/>
      <dgm:t>
        <a:bodyPr/>
        <a:lstStyle/>
        <a:p>
          <a:endParaRPr lang="fr-FR"/>
        </a:p>
      </dgm:t>
    </dgm:pt>
    <dgm:pt modelId="{2208805A-4EBD-48BB-8B1A-D3CB934F7414}" type="sibTrans" cxnId="{B8428836-D294-42F4-B40D-E9FE4206997A}">
      <dgm:prSet/>
      <dgm:spPr/>
      <dgm:t>
        <a:bodyPr/>
        <a:lstStyle/>
        <a:p>
          <a:endParaRPr lang="fr-FR"/>
        </a:p>
      </dgm:t>
    </dgm:pt>
    <dgm:pt modelId="{31817226-2E02-4A00-BFED-B7BBD2DC654E}">
      <dgm:prSet phldrT="[Texte]"/>
      <dgm:spPr/>
      <dgm:t>
        <a:bodyPr/>
        <a:lstStyle/>
        <a:p>
          <a:r>
            <a:rPr lang="fr-FR" dirty="0" smtClean="0"/>
            <a:t>Message 2</a:t>
          </a:r>
          <a:endParaRPr lang="fr-FR" dirty="0"/>
        </a:p>
      </dgm:t>
    </dgm:pt>
    <dgm:pt modelId="{24EBFC14-582E-44DB-84BC-E72DD61C680A}" type="parTrans" cxnId="{279C1775-809C-47FD-AAC6-B52B166F7008}">
      <dgm:prSet/>
      <dgm:spPr/>
      <dgm:t>
        <a:bodyPr/>
        <a:lstStyle/>
        <a:p>
          <a:endParaRPr lang="fr-FR"/>
        </a:p>
      </dgm:t>
    </dgm:pt>
    <dgm:pt modelId="{083A3747-3BCE-413E-B3BF-038E7660EC16}" type="sibTrans" cxnId="{279C1775-809C-47FD-AAC6-B52B166F7008}">
      <dgm:prSet/>
      <dgm:spPr/>
      <dgm:t>
        <a:bodyPr/>
        <a:lstStyle/>
        <a:p>
          <a:endParaRPr lang="fr-FR"/>
        </a:p>
      </dgm:t>
    </dgm:pt>
    <dgm:pt modelId="{7791C82E-9A8E-473C-905A-0C6D29B497BC}" type="pres">
      <dgm:prSet presAssocID="{EEF3E2FA-AC95-4BDF-AD94-432D5BDC0D3A}" presName="Name0" presStyleCnt="0">
        <dgm:presLayoutVars>
          <dgm:chMax val="4"/>
          <dgm:resizeHandles val="exact"/>
        </dgm:presLayoutVars>
      </dgm:prSet>
      <dgm:spPr/>
      <dgm:t>
        <a:bodyPr/>
        <a:lstStyle/>
        <a:p>
          <a:endParaRPr lang="fr-FR"/>
        </a:p>
      </dgm:t>
    </dgm:pt>
    <dgm:pt modelId="{4D4EF891-24F6-407B-A7A1-61DEB9892439}" type="pres">
      <dgm:prSet presAssocID="{EEF3E2FA-AC95-4BDF-AD94-432D5BDC0D3A}" presName="ellipse" presStyleLbl="trBgShp" presStyleIdx="0" presStyleCnt="1"/>
      <dgm:spPr/>
    </dgm:pt>
    <dgm:pt modelId="{91F51385-DE1D-4B1A-8CC8-5DF079350AA5}" type="pres">
      <dgm:prSet presAssocID="{EEF3E2FA-AC95-4BDF-AD94-432D5BDC0D3A}" presName="arrow1" presStyleLbl="fgShp" presStyleIdx="0" presStyleCnt="1"/>
      <dgm:spPr/>
    </dgm:pt>
    <dgm:pt modelId="{FE781346-E65A-468F-87D3-94DD05B0D0DF}" type="pres">
      <dgm:prSet presAssocID="{EEF3E2FA-AC95-4BDF-AD94-432D5BDC0D3A}" presName="rectangle" presStyleLbl="revTx" presStyleIdx="0" presStyleCnt="1">
        <dgm:presLayoutVars>
          <dgm:bulletEnabled val="1"/>
        </dgm:presLayoutVars>
      </dgm:prSet>
      <dgm:spPr/>
      <dgm:t>
        <a:bodyPr/>
        <a:lstStyle/>
        <a:p>
          <a:endParaRPr lang="fr-FR"/>
        </a:p>
      </dgm:t>
    </dgm:pt>
    <dgm:pt modelId="{BBCE2E7E-4435-4D84-B9BA-DA0DE4996D8E}" type="pres">
      <dgm:prSet presAssocID="{8517CC39-1752-4BFC-9EFD-FE40F8058E4D}" presName="item1" presStyleLbl="node1" presStyleIdx="0" presStyleCnt="3">
        <dgm:presLayoutVars>
          <dgm:bulletEnabled val="1"/>
        </dgm:presLayoutVars>
      </dgm:prSet>
      <dgm:spPr/>
      <dgm:t>
        <a:bodyPr/>
        <a:lstStyle/>
        <a:p>
          <a:endParaRPr lang="fr-FR"/>
        </a:p>
      </dgm:t>
    </dgm:pt>
    <dgm:pt modelId="{B99F35F3-0BA4-4EA0-AEB3-20435F518A80}" type="pres">
      <dgm:prSet presAssocID="{51214DE3-1C4B-4A6B-90B8-F3F9753AF482}" presName="item2" presStyleLbl="node1" presStyleIdx="1" presStyleCnt="3">
        <dgm:presLayoutVars>
          <dgm:bulletEnabled val="1"/>
        </dgm:presLayoutVars>
      </dgm:prSet>
      <dgm:spPr/>
      <dgm:t>
        <a:bodyPr/>
        <a:lstStyle/>
        <a:p>
          <a:endParaRPr lang="fr-FR"/>
        </a:p>
      </dgm:t>
    </dgm:pt>
    <dgm:pt modelId="{CA81ABD9-4928-4CA7-A047-8F3F3696BCF1}" type="pres">
      <dgm:prSet presAssocID="{31817226-2E02-4A00-BFED-B7BBD2DC654E}" presName="item3" presStyleLbl="node1" presStyleIdx="2" presStyleCnt="3">
        <dgm:presLayoutVars>
          <dgm:bulletEnabled val="1"/>
        </dgm:presLayoutVars>
      </dgm:prSet>
      <dgm:spPr/>
      <dgm:t>
        <a:bodyPr/>
        <a:lstStyle/>
        <a:p>
          <a:endParaRPr lang="fr-FR"/>
        </a:p>
      </dgm:t>
    </dgm:pt>
    <dgm:pt modelId="{DB5402CD-BE9C-4C37-AA19-86541E49529A}" type="pres">
      <dgm:prSet presAssocID="{EEF3E2FA-AC95-4BDF-AD94-432D5BDC0D3A}" presName="funnel" presStyleLbl="trAlignAcc1" presStyleIdx="0" presStyleCnt="1"/>
      <dgm:spPr/>
    </dgm:pt>
  </dgm:ptLst>
  <dgm:cxnLst>
    <dgm:cxn modelId="{5842CCEE-0B76-4C8D-8AA1-021210822CA7}" type="presOf" srcId="{51214DE3-1C4B-4A6B-90B8-F3F9753AF482}" destId="{BBCE2E7E-4435-4D84-B9BA-DA0DE4996D8E}" srcOrd="0" destOrd="0" presId="urn:microsoft.com/office/officeart/2005/8/layout/funnel1"/>
    <dgm:cxn modelId="{BAFDC460-C1FA-437E-8730-E82426D650BC}" type="presOf" srcId="{EEF3E2FA-AC95-4BDF-AD94-432D5BDC0D3A}" destId="{7791C82E-9A8E-473C-905A-0C6D29B497BC}" srcOrd="0" destOrd="0" presId="urn:microsoft.com/office/officeart/2005/8/layout/funnel1"/>
    <dgm:cxn modelId="{5AC7D4B9-7F13-472B-9C14-74BB6774C688}" type="presOf" srcId="{31817226-2E02-4A00-BFED-B7BBD2DC654E}" destId="{FE781346-E65A-468F-87D3-94DD05B0D0DF}" srcOrd="0" destOrd="0" presId="urn:microsoft.com/office/officeart/2005/8/layout/funnel1"/>
    <dgm:cxn modelId="{CC899058-A209-4CEE-AA93-747CCFCAD2A7}" type="presOf" srcId="{8517CC39-1752-4BFC-9EFD-FE40F8058E4D}" destId="{B99F35F3-0BA4-4EA0-AEB3-20435F518A80}" srcOrd="0" destOrd="0" presId="urn:microsoft.com/office/officeart/2005/8/layout/funnel1"/>
    <dgm:cxn modelId="{CE0B7CD9-781E-4556-86EB-0AED38AC6F22}" srcId="{EEF3E2FA-AC95-4BDF-AD94-432D5BDC0D3A}" destId="{8517CC39-1752-4BFC-9EFD-FE40F8058E4D}" srcOrd="1" destOrd="0" parTransId="{AECD1AA0-6BDF-444F-987E-0CBAB002ED7F}" sibTransId="{71BF3030-C493-4E8D-BC74-151C2EF88057}"/>
    <dgm:cxn modelId="{52A91219-3A70-442B-BBA7-0A0BE791FAD8}" srcId="{EEF3E2FA-AC95-4BDF-AD94-432D5BDC0D3A}" destId="{885F7D10-028D-4492-9818-7CA295198EEC}" srcOrd="0" destOrd="0" parTransId="{4D0CEFED-D8DB-43F6-A416-6A9F7FD53246}" sibTransId="{723FD1CB-4E3D-4819-8DED-2B273239FB63}"/>
    <dgm:cxn modelId="{279C1775-809C-47FD-AAC6-B52B166F7008}" srcId="{EEF3E2FA-AC95-4BDF-AD94-432D5BDC0D3A}" destId="{31817226-2E02-4A00-BFED-B7BBD2DC654E}" srcOrd="3" destOrd="0" parTransId="{24EBFC14-582E-44DB-84BC-E72DD61C680A}" sibTransId="{083A3747-3BCE-413E-B3BF-038E7660EC16}"/>
    <dgm:cxn modelId="{BC0858AF-FF81-4DA7-9EAC-53E399E88709}" type="presOf" srcId="{885F7D10-028D-4492-9818-7CA295198EEC}" destId="{CA81ABD9-4928-4CA7-A047-8F3F3696BCF1}" srcOrd="0" destOrd="0" presId="urn:microsoft.com/office/officeart/2005/8/layout/funnel1"/>
    <dgm:cxn modelId="{B8428836-D294-42F4-B40D-E9FE4206997A}" srcId="{EEF3E2FA-AC95-4BDF-AD94-432D5BDC0D3A}" destId="{51214DE3-1C4B-4A6B-90B8-F3F9753AF482}" srcOrd="2" destOrd="0" parTransId="{08A42FCB-670A-48FD-ADA1-BA07E0B1991A}" sibTransId="{2208805A-4EBD-48BB-8B1A-D3CB934F7414}"/>
    <dgm:cxn modelId="{5182CA96-D260-4A60-A8FC-38B07FC0D2ED}" type="presParOf" srcId="{7791C82E-9A8E-473C-905A-0C6D29B497BC}" destId="{4D4EF891-24F6-407B-A7A1-61DEB9892439}" srcOrd="0" destOrd="0" presId="urn:microsoft.com/office/officeart/2005/8/layout/funnel1"/>
    <dgm:cxn modelId="{9938D175-67E4-46EE-A935-048C49191C02}" type="presParOf" srcId="{7791C82E-9A8E-473C-905A-0C6D29B497BC}" destId="{91F51385-DE1D-4B1A-8CC8-5DF079350AA5}" srcOrd="1" destOrd="0" presId="urn:microsoft.com/office/officeart/2005/8/layout/funnel1"/>
    <dgm:cxn modelId="{A470094A-E24A-46A5-B796-4645ECFF5F26}" type="presParOf" srcId="{7791C82E-9A8E-473C-905A-0C6D29B497BC}" destId="{FE781346-E65A-468F-87D3-94DD05B0D0DF}" srcOrd="2" destOrd="0" presId="urn:microsoft.com/office/officeart/2005/8/layout/funnel1"/>
    <dgm:cxn modelId="{1D2A14BD-391E-456A-861F-6094E36EC75E}" type="presParOf" srcId="{7791C82E-9A8E-473C-905A-0C6D29B497BC}" destId="{BBCE2E7E-4435-4D84-B9BA-DA0DE4996D8E}" srcOrd="3" destOrd="0" presId="urn:microsoft.com/office/officeart/2005/8/layout/funnel1"/>
    <dgm:cxn modelId="{6ACE3552-89FC-4875-83C2-7A73E4617F79}" type="presParOf" srcId="{7791C82E-9A8E-473C-905A-0C6D29B497BC}" destId="{B99F35F3-0BA4-4EA0-AEB3-20435F518A80}" srcOrd="4" destOrd="0" presId="urn:microsoft.com/office/officeart/2005/8/layout/funnel1"/>
    <dgm:cxn modelId="{48263ABC-5465-4665-B088-2BB789E77DB6}" type="presParOf" srcId="{7791C82E-9A8E-473C-905A-0C6D29B497BC}" destId="{CA81ABD9-4928-4CA7-A047-8F3F3696BCF1}" srcOrd="5" destOrd="0" presId="urn:microsoft.com/office/officeart/2005/8/layout/funnel1"/>
    <dgm:cxn modelId="{16B929E2-48D0-4AB1-AC8D-84CE6B45B540}" type="presParOf" srcId="{7791C82E-9A8E-473C-905A-0C6D29B497BC}" destId="{DB5402CD-BE9C-4C37-AA19-86541E49529A}" srcOrd="6" destOrd="0" presId="urn:microsoft.com/office/officeart/2005/8/layout/funnel1"/>
  </dgm:cxnLst>
  <dgm:bg/>
  <dgm:whole/>
</dgm:dataModel>
</file>

<file path=ppt/diagrams/layout1.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2.xml><?xml version="1.0" encoding="utf-8"?>
<dgm:layoutDef xmlns:dgm="http://schemas.openxmlformats.org/drawingml/2006/diagram" xmlns:a="http://schemas.openxmlformats.org/drawingml/2006/main" uniqueId="urn:microsoft.com/office/officeart/2005/8/layout/funnel1">
  <dgm:title val=""/>
  <dgm:desc val=""/>
  <dgm:catLst>
    <dgm:cat type="relationship" pri="2000"/>
    <dgm:cat type="process" pri="27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4"/>
      <dgm:resizeHandles val="exact"/>
    </dgm:varLst>
    <dgm:alg type="composite">
      <dgm:param type="ar" val="1.25"/>
    </dgm:alg>
    <dgm:shape xmlns:r="http://schemas.openxmlformats.org/officeDocument/2006/relationships" r:blip="">
      <dgm:adjLst/>
    </dgm:shape>
    <dgm:presOf/>
    <dgm:choose name="Name1">
      <dgm:if name="Name2" axis="ch" ptType="node" func="cnt" op="equ" val="2">
        <dgm:constrLst>
          <dgm:constr type="w" for="ch" forName="ellipse" refType="w" fact="0.645"/>
          <dgm:constr type="h" for="ch" forName="ellipse" refType="h" fact="0.28"/>
          <dgm:constr type="t" for="ch" forName="ellipse" refType="w" fact="0.0275"/>
          <dgm:constr type="l" for="ch" forName="ellipse" refType="w" fact="0.0265"/>
          <dgm:constr type="w" for="ch" forName="arrow1" refType="w" fact="0.125"/>
          <dgm:constr type="h" for="ch" forName="arrow1" refType="h" fact="0.1"/>
          <dgm:constr type="t" for="ch" forName="arrow1" refType="h" fact="0.72"/>
          <dgm:constr type="l" for="ch" forName="arrow1" refType="w" fact="0.2875"/>
          <dgm:constr type="w" for="ch" forName="rectangle" refType="w" fact="0.6"/>
          <dgm:constr type="h" for="ch" forName="rectangle" refType="w" refFor="ch" refForName="rectangle" fact="0.25"/>
          <dgm:constr type="t" for="ch" forName="rectangle" refType="h" fact="0.8"/>
          <dgm:constr type="l" for="ch" forName="rectangle" refType="w" fact="0.05"/>
          <dgm:constr type="w" for="ch" forName="item1" refType="w" fact="0.35"/>
          <dgm:constr type="h" for="ch" forName="item1" refType="w" fact="0.35"/>
          <dgm:constr type="t" for="ch" forName="item1" refType="h" fact="0.05"/>
          <dgm:constr type="l" for="ch" forName="item1" refType="w" fact="0.125"/>
          <dgm:constr type="primFontSz" for="ch" forName="item1" op="equ" val="65"/>
          <dgm:constr type="w" for="ch" forName="funnel" refType="w" fact="0.7"/>
          <dgm:constr type="h" for="ch" forName="funnel" refType="h" fact="0.7"/>
          <dgm:constr type="t" for="ch" forName="funnel"/>
          <dgm:constr type="l" for="ch" forName="funnel"/>
        </dgm:constrLst>
      </dgm:if>
      <dgm:else name="Name3">
        <dgm:constrLst>
          <dgm:constr type="w" for="ch" forName="ellipse" refType="w" fact="0.645"/>
          <dgm:constr type="h" for="ch" forName="ellipse" refType="h" fact="0.28"/>
          <dgm:constr type="t" for="ch" forName="ellipse" refType="w" fact="0.0275"/>
          <dgm:constr type="l" for="ch" forName="ellipse" refType="w" fact="0.0265"/>
          <dgm:constr type="w" for="ch" forName="arrow1" refType="w" fact="0.125"/>
          <dgm:constr type="h" for="ch" forName="arrow1" refType="h" fact="0.1"/>
          <dgm:constr type="t" for="ch" forName="arrow1" refType="h" fact="0.72"/>
          <dgm:constr type="l" for="ch" forName="arrow1" refType="w" fact="0.2875"/>
          <dgm:constr type="w" for="ch" forName="rectangle" refType="w" fact="0.6"/>
          <dgm:constr type="h" for="ch" forName="rectangle" refType="w" refFor="ch" refForName="rectangle" fact="0.25"/>
          <dgm:constr type="t" for="ch" forName="rectangle" refType="h" fact="0.8"/>
          <dgm:constr type="l" for="ch" forName="rectangle" refType="w" fact="0.05"/>
          <dgm:constr type="primFontSz" for="ch" forName="rectangle" val="65"/>
          <dgm:constr type="w" for="ch" forName="item1" refType="w" fact="0.225"/>
          <dgm:constr type="h" for="ch" forName="item1" refType="w" fact="0.225"/>
          <dgm:constr type="t" for="ch" forName="item1" refType="h" fact="0.336"/>
          <dgm:constr type="l" for="ch" forName="item1" refType="w" fact="0.261"/>
          <dgm:constr type="primFontSz" for="ch" forName="item1" val="65"/>
          <dgm:constr type="w" for="ch" forName="item2" refType="w" fact="0.225"/>
          <dgm:constr type="h" for="ch" forName="item2" refType="w" fact="0.225"/>
          <dgm:constr type="t" for="ch" forName="item2" refType="h" fact="0.125"/>
          <dgm:constr type="l" for="ch" forName="item2" refType="w" fact="0.1"/>
          <dgm:constr type="primFontSz" for="ch" forName="item2" refType="primFontSz" refFor="ch" refForName="item1" op="equ"/>
          <dgm:constr type="w" for="ch" forName="item3" refType="w" fact="0.225"/>
          <dgm:constr type="h" for="ch" forName="item3" refType="w" fact="0.225"/>
          <dgm:constr type="t" for="ch" forName="item3" refType="h" fact="0.057"/>
          <dgm:constr type="l" for="ch" forName="item3" refType="w" fact="0.33"/>
          <dgm:constr type="primFontSz" for="ch" forName="item3" refType="primFontSz" refFor="ch" refForName="item1" op="equ"/>
          <dgm:constr type="w" for="ch" forName="funnel" refType="w" fact="0.7"/>
          <dgm:constr type="h" for="ch" forName="funnel" refType="h" fact="0.7"/>
          <dgm:constr type="t" for="ch" forName="funnel"/>
          <dgm:constr type="l" for="ch" forName="funnel"/>
        </dgm:constrLst>
      </dgm:else>
    </dgm:choose>
    <dgm:ruleLst/>
    <dgm:choose name="Name4">
      <dgm:if name="Name5" axis="ch" ptType="node" func="cnt" op="gte" val="1">
        <dgm:layoutNode name="ellipse" styleLbl="trBgShp">
          <dgm:alg type="sp"/>
          <dgm:shape xmlns:r="http://schemas.openxmlformats.org/officeDocument/2006/relationships" type="ellipse" r:blip="">
            <dgm:adjLst/>
          </dgm:shape>
          <dgm:presOf/>
          <dgm:constrLst/>
          <dgm:ruleLst/>
        </dgm:layoutNode>
        <dgm:layoutNode name="arrow1" styleLbl="fgShp">
          <dgm:alg type="sp"/>
          <dgm:shape xmlns:r="http://schemas.openxmlformats.org/officeDocument/2006/relationships" type="downArrow" r:blip="">
            <dgm:adjLst/>
          </dgm:shape>
          <dgm:presOf/>
          <dgm:constrLst/>
          <dgm:ruleLst/>
        </dgm:layoutNode>
        <dgm:layoutNode name="rectangle" styleLbl="revTx">
          <dgm:varLst>
            <dgm:bulletEnabled val="1"/>
          </dgm:varLst>
          <dgm:alg type="tx">
            <dgm:param type="txAnchorHorzCh" val="ctr"/>
          </dgm:alg>
          <dgm:shape xmlns:r="http://schemas.openxmlformats.org/officeDocument/2006/relationships" type="rect" r:blip="">
            <dgm:adjLst/>
          </dgm:shape>
          <dgm:choose name="Name6">
            <dgm:if name="Name7" axis="ch" ptType="node" func="cnt" op="equ" val="1">
              <dgm:presOf axis="ch desOrSelf" ptType="node node" st="1 1" cnt="1 0"/>
            </dgm:if>
            <dgm:if name="Name8" axis="ch" ptType="node" func="cnt" op="equ" val="2">
              <dgm:presOf axis="ch desOrSelf" ptType="node node" st="2 1" cnt="1 0"/>
            </dgm:if>
            <dgm:if name="Name9" axis="ch" ptType="node" func="cnt" op="equ" val="3">
              <dgm:presOf axis="ch desOrSelf" ptType="node node" st="3 1" cnt="1 0"/>
            </dgm:if>
            <dgm:else name="Name10">
              <dgm:presOf axis="ch desOrSelf" ptType="node node" st="4 1" cnt="1 0"/>
            </dgm:else>
          </dgm:choose>
          <dgm:constrLst/>
          <dgm:ruleLst>
            <dgm:rule type="primFontSz" val="5" fact="NaN" max="NaN"/>
          </dgm:ruleLst>
        </dgm:layoutNode>
        <dgm:forEach name="Name11" axis="ch" ptType="node" st="2" cnt="1">
          <dgm:layoutNode name="item1" styleLbl="node1">
            <dgm:varLst>
              <dgm:bulletEnabled val="1"/>
            </dgm:varLst>
            <dgm:alg type="tx">
              <dgm:param type="txAnchorVertCh" val="mid"/>
            </dgm:alg>
            <dgm:shape xmlns:r="http://schemas.openxmlformats.org/officeDocument/2006/relationships" type="ellipse" r:blip="">
              <dgm:adjLst/>
            </dgm:shape>
            <dgm:choose name="Name12">
              <dgm:if name="Name13" axis="root ch" ptType="all node" func="cnt" op="equ" val="1">
                <dgm:presOf/>
              </dgm:if>
              <dgm:if name="Name14" axis="root ch" ptType="all node" func="cnt" op="equ" val="2">
                <dgm:presOf axis="root ch desOrSelf" ptType="all node node" st="1 1 1" cnt="0 1 0"/>
              </dgm:if>
              <dgm:if name="Name15" axis="root ch" ptType="all node" func="cnt" op="equ" val="3">
                <dgm:presOf axis="root ch desOrSelf" ptType="all node node" st="1 2 1" cnt="0 1 0"/>
              </dgm:if>
              <dgm:else name="Name16">
                <dgm:presOf axis="root ch desOrSelf" ptType="all node node" st="1 3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name="Name17" axis="ch" ptType="node" st="3" cnt="1">
          <dgm:layoutNode name="item2" styleLbl="node1">
            <dgm:varLst>
              <dgm:bulletEnabled val="1"/>
            </dgm:varLst>
            <dgm:alg type="tx">
              <dgm:param type="txAnchorVertCh" val="mid"/>
            </dgm:alg>
            <dgm:shape xmlns:r="http://schemas.openxmlformats.org/officeDocument/2006/relationships" type="ellipse" r:blip="">
              <dgm:adjLst/>
            </dgm:shape>
            <dgm:choose name="Name18">
              <dgm:if name="Name19" axis="root ch" ptType="all node" func="cnt" op="equ" val="1">
                <dgm:presOf/>
              </dgm:if>
              <dgm:if name="Name20" axis="root ch" ptType="all node" func="cnt" op="equ" val="2">
                <dgm:presOf/>
              </dgm:if>
              <dgm:if name="Name21" axis="root ch" ptType="all node" func="cnt" op="equ" val="3">
                <dgm:presOf axis="root ch desOrSelf" ptType="all node node" st="1 1 1" cnt="0 1 0"/>
              </dgm:if>
              <dgm:else name="Name22">
                <dgm:presOf axis="root ch desOrSelf" ptType="all node node" st="1 2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name="Name23" axis="ch" ptType="node" st="4" cnt="1">
          <dgm:layoutNode name="item3" styleLbl="node1">
            <dgm:varLst>
              <dgm:bulletEnabled val="1"/>
            </dgm:varLst>
            <dgm:alg type="tx">
              <dgm:param type="txAnchorVertCh" val="mid"/>
            </dgm:alg>
            <dgm:shape xmlns:r="http://schemas.openxmlformats.org/officeDocument/2006/relationships" type="ellipse" r:blip="">
              <dgm:adjLst/>
            </dgm:shape>
            <dgm:choose name="Name24">
              <dgm:if name="Name25" axis="root ch" ptType="all node" func="cnt" op="equ" val="1">
                <dgm:presOf/>
              </dgm:if>
              <dgm:if name="Name26" axis="root ch" ptType="all node" func="cnt" op="equ" val="2">
                <dgm:presOf/>
              </dgm:if>
              <dgm:if name="Name27" axis="root ch" ptType="all node" func="cnt" op="equ" val="3">
                <dgm:presOf/>
              </dgm:if>
              <dgm:else name="Name28">
                <dgm:presOf axis="root ch desOrSelf" ptType="all node node" st="1 1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layoutNode name="funnel" styleLbl="trAlignAcc1">
          <dgm:alg type="sp"/>
          <dgm:shape xmlns:r="http://schemas.openxmlformats.org/officeDocument/2006/relationships" type="funnel" r:blip="">
            <dgm:adjLst/>
          </dgm:shape>
          <dgm:presOf/>
          <dgm:constrLst/>
          <dgm:ruleLst/>
        </dgm:layoutNode>
      </dgm:if>
      <dgm:else name="Name29"/>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44405F2-21D4-4322-8F43-88587026B278}" type="datetimeFigureOut">
              <a:rPr lang="fr-FR" smtClean="0"/>
              <a:pPr/>
              <a:t>27/06/2018</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101F6EB-9E6A-4C0D-B326-6BD7C74A0994}" type="slidenum">
              <a:rPr lang="fr-FR" smtClean="0"/>
              <a:pPr/>
              <a:t>‹N°›</a:t>
            </a:fld>
            <a:endParaRPr lang="fr-FR"/>
          </a:p>
        </p:txBody>
      </p:sp>
    </p:spTree>
    <p:extLst>
      <p:ext uri="{BB962C8B-B14F-4D97-AF65-F5344CB8AC3E}">
        <p14:creationId xmlns="" xmlns:p14="http://schemas.microsoft.com/office/powerpoint/2010/main" val="221015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smtClean="0">
                <a:solidFill>
                  <a:schemeClr val="tx1"/>
                </a:solidFill>
                <a:latin typeface="+mn-lt"/>
                <a:ea typeface="+mn-ea"/>
                <a:cs typeface="+mn-cs"/>
              </a:rPr>
              <a:t>Le besoin de villes intelligentes augmente de jour en jour avec l'augmentation de la population car les ressources terrestres sont limitées.</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3</a:t>
            </a:fld>
            <a:endParaRPr lang="fr-FR"/>
          </a:p>
        </p:txBody>
      </p:sp>
    </p:spTree>
    <p:extLst>
      <p:ext uri="{BB962C8B-B14F-4D97-AF65-F5344CB8AC3E}">
        <p14:creationId xmlns="" xmlns:p14="http://schemas.microsoft.com/office/powerpoint/2010/main" val="3811742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err="1" smtClean="0">
                <a:solidFill>
                  <a:schemeClr val="tx1"/>
                </a:solidFill>
                <a:latin typeface="+mn-lt"/>
                <a:ea typeface="+mn-ea"/>
                <a:cs typeface="+mn-cs"/>
              </a:rPr>
              <a:t>malgre</a:t>
            </a:r>
            <a:r>
              <a:rPr lang="fr-FR" sz="1200" b="0" i="0" u="none" strike="noStrike" kern="1200" baseline="0" dirty="0" smtClean="0">
                <a:solidFill>
                  <a:schemeClr val="tx1"/>
                </a:solidFill>
                <a:latin typeface="+mn-lt"/>
                <a:ea typeface="+mn-ea"/>
                <a:cs typeface="+mn-cs"/>
              </a:rPr>
              <a:t> qu'il est supplanté par des systèmes plus modernes</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6</a:t>
            </a:fld>
            <a:endParaRPr lang="fr-FR"/>
          </a:p>
        </p:txBody>
      </p:sp>
    </p:spTree>
    <p:extLst>
      <p:ext uri="{BB962C8B-B14F-4D97-AF65-F5344CB8AC3E}">
        <p14:creationId xmlns="" xmlns:p14="http://schemas.microsoft.com/office/powerpoint/2010/main" val="13197525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dirty="0" smtClean="0"/>
              <a:t>Le passage des paramètres par référence se fait par une technique de copie/restauration</a:t>
            </a:r>
          </a:p>
          <a:p>
            <a:r>
              <a:rPr lang="fr-FR" dirty="0" smtClean="0"/>
              <a:t>Le passage des structures complexes comme les arbres par références peut se faire en va-et-vient </a:t>
            </a:r>
          </a:p>
          <a:p>
            <a:r>
              <a:rPr lang="fr-FR" dirty="0" smtClean="0"/>
              <a:t>coté client besoin d’une interface qui contient les entêtes des procédures à appeler. Dans la partie serveur, le programmeur doit implémenter cette interface</a:t>
            </a:r>
          </a:p>
          <a:p>
            <a:r>
              <a:rPr lang="fr-FR" dirty="0" smtClean="0"/>
              <a:t>RPC n'est pas forcément synchrone. Si on prend l'exemple de AJAX</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8</a:t>
            </a:fld>
            <a:endParaRPr lang="fr-FR"/>
          </a:p>
        </p:txBody>
      </p:sp>
    </p:spTree>
    <p:extLst>
      <p:ext uri="{BB962C8B-B14F-4D97-AF65-F5344CB8AC3E}">
        <p14:creationId xmlns="" xmlns:p14="http://schemas.microsoft.com/office/powerpoint/2010/main" val="1514366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dirty="0" err="1" smtClean="0">
                <a:latin typeface="+mn-lt"/>
                <a:cs typeface="Calibri"/>
              </a:rPr>
              <a:t>IaaS</a:t>
            </a:r>
            <a:r>
              <a:rPr lang="fr-FR" sz="1200" dirty="0" smtClean="0">
                <a:latin typeface="+mn-lt"/>
                <a:cs typeface="Calibri"/>
              </a:rPr>
              <a:t> </a:t>
            </a:r>
            <a:r>
              <a:rPr lang="fr-FR" sz="1200" spc="-10" dirty="0" smtClean="0">
                <a:latin typeface="+mn-lt"/>
                <a:cs typeface="Calibri"/>
              </a:rPr>
              <a:t>(Infrastructure </a:t>
            </a:r>
            <a:r>
              <a:rPr lang="fr-FR" sz="1200" dirty="0" smtClean="0">
                <a:latin typeface="+mn-lt"/>
                <a:cs typeface="Calibri"/>
              </a:rPr>
              <a:t>as a  Service) : </a:t>
            </a:r>
            <a:r>
              <a:rPr lang="fr-FR" sz="1200" spc="-5" dirty="0" smtClean="0">
                <a:latin typeface="+mn-lt"/>
                <a:cs typeface="Calibri"/>
              </a:rPr>
              <a:t>Un </a:t>
            </a:r>
            <a:r>
              <a:rPr lang="fr-FR" sz="1200" spc="-15" dirty="0" smtClean="0">
                <a:latin typeface="+mn-lt"/>
                <a:cs typeface="Calibri"/>
              </a:rPr>
              <a:t>prestataire </a:t>
            </a:r>
            <a:r>
              <a:rPr lang="fr-FR" sz="1200" spc="-10" dirty="0" smtClean="0">
                <a:latin typeface="+mn-lt"/>
                <a:cs typeface="Calibri"/>
              </a:rPr>
              <a:t>vous fournit </a:t>
            </a:r>
            <a:r>
              <a:rPr lang="fr-FR" sz="1200" dirty="0" smtClean="0">
                <a:latin typeface="+mn-lt"/>
                <a:cs typeface="Calibri"/>
              </a:rPr>
              <a:t>un </a:t>
            </a:r>
            <a:r>
              <a:rPr lang="fr-FR" sz="1200" spc="-5" dirty="0" smtClean="0">
                <a:latin typeface="+mn-lt"/>
                <a:cs typeface="Calibri"/>
              </a:rPr>
              <a:t>accès </a:t>
            </a:r>
            <a:r>
              <a:rPr lang="fr-FR" sz="1200" dirty="0" smtClean="0">
                <a:latin typeface="+mn-lt"/>
                <a:cs typeface="Calibri"/>
              </a:rPr>
              <a:t>à </a:t>
            </a:r>
            <a:r>
              <a:rPr lang="fr-FR" sz="1200" spc="-10" dirty="0" smtClean="0">
                <a:latin typeface="+mn-lt"/>
                <a:cs typeface="Calibri"/>
              </a:rPr>
              <a:t>tout </a:t>
            </a:r>
            <a:r>
              <a:rPr lang="fr-FR" sz="1200" spc="-5" dirty="0" smtClean="0">
                <a:latin typeface="+mn-lt"/>
                <a:cs typeface="Calibri"/>
              </a:rPr>
              <a:t>ou partie  </a:t>
            </a:r>
            <a:r>
              <a:rPr lang="fr-FR" sz="1200" dirty="0" smtClean="0">
                <a:latin typeface="+mn-lt"/>
                <a:cs typeface="Calibri"/>
              </a:rPr>
              <a:t>de </a:t>
            </a:r>
            <a:r>
              <a:rPr lang="fr-FR" sz="1200" spc="-5" dirty="0" smtClean="0">
                <a:latin typeface="+mn-lt"/>
                <a:cs typeface="Calibri"/>
              </a:rPr>
              <a:t>son </a:t>
            </a:r>
            <a:r>
              <a:rPr lang="fr-FR" sz="1200" spc="-10" dirty="0" smtClean="0">
                <a:latin typeface="+mn-lt"/>
                <a:cs typeface="Calibri"/>
              </a:rPr>
              <a:t>infrastructure</a:t>
            </a:r>
            <a:r>
              <a:rPr lang="fr-FR" sz="1200" spc="-40" dirty="0" smtClean="0">
                <a:latin typeface="+mn-lt"/>
                <a:cs typeface="Calibri"/>
              </a:rPr>
              <a:t> </a:t>
            </a:r>
            <a:r>
              <a:rPr lang="fr-FR" sz="1200" spc="-5" dirty="0" smtClean="0">
                <a:latin typeface="+mn-lt"/>
                <a:cs typeface="Calibri"/>
              </a:rPr>
              <a:t>technique</a:t>
            </a:r>
          </a:p>
          <a:p>
            <a:r>
              <a:rPr lang="fr-FR" sz="1200" spc="-5" dirty="0" smtClean="0">
                <a:latin typeface="+mn-lt"/>
                <a:cs typeface="Calibri"/>
              </a:rPr>
              <a:t>Le modèle de services «Infrastructure en tant que service» (</a:t>
            </a:r>
            <a:r>
              <a:rPr lang="fr-FR" sz="1200" spc="-5" dirty="0" err="1" smtClean="0">
                <a:latin typeface="+mn-lt"/>
                <a:cs typeface="Calibri"/>
              </a:rPr>
              <a:t>IaaS</a:t>
            </a:r>
            <a:r>
              <a:rPr lang="fr-FR" sz="1200" spc="-5" dirty="0" smtClean="0">
                <a:latin typeface="+mn-lt"/>
                <a:cs typeface="Calibri"/>
              </a:rPr>
              <a:t>) est situé juste au-dessous du précédent (</a:t>
            </a:r>
            <a:r>
              <a:rPr lang="fr-FR" sz="1200" spc="-5" dirty="0" err="1" smtClean="0">
                <a:latin typeface="+mn-lt"/>
                <a:cs typeface="Calibri"/>
              </a:rPr>
              <a:t>PaaS</a:t>
            </a:r>
            <a:r>
              <a:rPr lang="fr-FR" sz="1200" spc="-5" dirty="0" smtClean="0">
                <a:latin typeface="+mn-lt"/>
                <a:cs typeface="Calibri"/>
              </a:rPr>
              <a:t>), puisqu’il permet de créer un pool de ressources virtuelles en divisant les ressources physiques à l’aide des technologies de virtualisation.</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spc="-45" dirty="0" err="1" smtClean="0">
                <a:latin typeface="+mn-lt"/>
                <a:cs typeface="Calibri"/>
              </a:rPr>
              <a:t>P</a:t>
            </a:r>
            <a:r>
              <a:rPr lang="fr-FR" sz="1200" dirty="0" err="1" smtClean="0">
                <a:latin typeface="+mn-lt"/>
                <a:cs typeface="Calibri"/>
              </a:rPr>
              <a:t>aaS</a:t>
            </a:r>
            <a:r>
              <a:rPr lang="fr-FR" sz="1200" baseline="0" dirty="0" smtClean="0">
                <a:latin typeface="+mn-lt"/>
                <a:cs typeface="Calibri"/>
              </a:rPr>
              <a:t> </a:t>
            </a:r>
            <a:r>
              <a:rPr lang="fr-FR" sz="1200" spc="-10" dirty="0" smtClean="0">
                <a:latin typeface="+mn-lt"/>
                <a:cs typeface="Calibri"/>
              </a:rPr>
              <a:t>(</a:t>
            </a:r>
            <a:r>
              <a:rPr lang="fr-FR" sz="1200" spc="-10" dirty="0" err="1" smtClean="0">
                <a:latin typeface="+mn-lt"/>
                <a:cs typeface="Calibri"/>
              </a:rPr>
              <a:t>P</a:t>
            </a:r>
            <a:r>
              <a:rPr lang="fr-FR" sz="1200" spc="-5" dirty="0" err="1" smtClean="0">
                <a:latin typeface="+mn-lt"/>
                <a:cs typeface="Calibri"/>
              </a:rPr>
              <a:t>l</a:t>
            </a:r>
            <a:r>
              <a:rPr lang="fr-FR" sz="1200" spc="-15" dirty="0" err="1" smtClean="0">
                <a:latin typeface="+mn-lt"/>
                <a:cs typeface="Calibri"/>
              </a:rPr>
              <a:t>a</a:t>
            </a:r>
            <a:r>
              <a:rPr lang="fr-FR" sz="1200" spc="-30" dirty="0" err="1" smtClean="0">
                <a:latin typeface="+mn-lt"/>
                <a:cs typeface="Calibri"/>
              </a:rPr>
              <a:t>t</a:t>
            </a:r>
            <a:r>
              <a:rPr lang="fr-FR" sz="1200" spc="-10" dirty="0" err="1" smtClean="0">
                <a:latin typeface="+mn-lt"/>
                <a:cs typeface="Calibri"/>
              </a:rPr>
              <a:t>e</a:t>
            </a:r>
            <a:r>
              <a:rPr lang="fr-FR" sz="1200" spc="-35" dirty="0" err="1" smtClean="0">
                <a:latin typeface="+mn-lt"/>
                <a:cs typeface="Calibri"/>
              </a:rPr>
              <a:t>f</a:t>
            </a:r>
            <a:r>
              <a:rPr lang="fr-FR" sz="1200" spc="-5" dirty="0" err="1" smtClean="0">
                <a:latin typeface="+mn-lt"/>
                <a:cs typeface="Calibri"/>
              </a:rPr>
              <a:t>orm</a:t>
            </a:r>
            <a:r>
              <a:rPr lang="fr-FR" sz="1200" spc="-5" dirty="0" smtClean="0">
                <a:latin typeface="+mn-lt"/>
                <a:cs typeface="Calibri"/>
              </a:rPr>
              <a:t> as </a:t>
            </a:r>
            <a:r>
              <a:rPr lang="fr-FR" sz="1200" dirty="0" smtClean="0">
                <a:latin typeface="+mn-lt"/>
                <a:cs typeface="Calibri"/>
              </a:rPr>
              <a:t>Service)</a:t>
            </a:r>
            <a:r>
              <a:rPr lang="fr-FR" sz="1200" baseline="0" dirty="0" smtClean="0">
                <a:latin typeface="+mn-lt"/>
                <a:cs typeface="Calibri"/>
              </a:rPr>
              <a:t> </a:t>
            </a:r>
            <a:r>
              <a:rPr lang="fr-FR" sz="1200" dirty="0" smtClean="0">
                <a:latin typeface="+mn-lt"/>
                <a:cs typeface="Calibri"/>
              </a:rPr>
              <a:t>:un ac</a:t>
            </a:r>
            <a:r>
              <a:rPr lang="fr-FR" sz="1200" spc="-10" dirty="0" smtClean="0">
                <a:latin typeface="+mn-lt"/>
                <a:cs typeface="Calibri"/>
              </a:rPr>
              <a:t>c</a:t>
            </a:r>
            <a:r>
              <a:rPr lang="fr-FR" sz="1200" dirty="0" smtClean="0">
                <a:latin typeface="+mn-lt"/>
                <a:cs typeface="Calibri"/>
              </a:rPr>
              <a:t>ès à </a:t>
            </a:r>
            <a:r>
              <a:rPr lang="fr-FR" sz="1200" spc="-10" dirty="0" smtClean="0">
                <a:latin typeface="+mn-lt"/>
                <a:cs typeface="Calibri"/>
              </a:rPr>
              <a:t>l’infrastructure + </a:t>
            </a:r>
            <a:r>
              <a:rPr lang="fr-FR" sz="1200" dirty="0" smtClean="0">
                <a:latin typeface="+mn-lt"/>
                <a:cs typeface="Calibri"/>
              </a:rPr>
              <a:t>ac</a:t>
            </a:r>
            <a:r>
              <a:rPr lang="fr-FR" sz="1200" spc="-10" dirty="0" smtClean="0">
                <a:latin typeface="+mn-lt"/>
                <a:cs typeface="Calibri"/>
              </a:rPr>
              <a:t>c</a:t>
            </a:r>
            <a:r>
              <a:rPr lang="fr-FR" sz="1200" dirty="0" smtClean="0">
                <a:latin typeface="+mn-lt"/>
                <a:cs typeface="Calibri"/>
              </a:rPr>
              <a:t>ès à </a:t>
            </a:r>
            <a:r>
              <a:rPr lang="fr-FR" sz="1200" spc="-5" dirty="0" smtClean="0">
                <a:latin typeface="+mn-lt"/>
                <a:cs typeface="Calibri"/>
              </a:rPr>
              <a:t>u</a:t>
            </a:r>
            <a:r>
              <a:rPr lang="fr-FR" sz="1200" spc="10" dirty="0" smtClean="0">
                <a:latin typeface="+mn-lt"/>
                <a:cs typeface="Calibri"/>
              </a:rPr>
              <a:t>n</a:t>
            </a:r>
            <a:r>
              <a:rPr lang="fr-FR" sz="1200" dirty="0" smtClean="0">
                <a:latin typeface="+mn-lt"/>
                <a:cs typeface="Calibri"/>
              </a:rPr>
              <a:t>e </a:t>
            </a:r>
            <a:r>
              <a:rPr lang="fr-FR" sz="1200" spc="-10" dirty="0" smtClean="0">
                <a:latin typeface="+mn-lt"/>
                <a:cs typeface="Calibri"/>
              </a:rPr>
              <a:t>plate-forme </a:t>
            </a:r>
            <a:r>
              <a:rPr lang="fr-FR" sz="1200" dirty="0" smtClean="0">
                <a:latin typeface="+mn-lt"/>
                <a:cs typeface="Calibri"/>
              </a:rPr>
              <a:t>de </a:t>
            </a:r>
            <a:r>
              <a:rPr lang="fr-FR" sz="1200" spc="-5" dirty="0" smtClean="0">
                <a:latin typeface="+mn-lt"/>
                <a:cs typeface="Calibri"/>
              </a:rPr>
              <a:t>développement ,</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baseline="0" dirty="0" smtClean="0">
                <a:solidFill>
                  <a:schemeClr val="tx1"/>
                </a:solidFill>
                <a:latin typeface="+mn-lt"/>
                <a:ea typeface="+mn-ea"/>
                <a:cs typeface="+mn-cs"/>
              </a:rPr>
              <a:t>Le modèle de services «plateforme en tant que service» (</a:t>
            </a:r>
            <a:r>
              <a:rPr lang="fr-FR" sz="1200" b="0" i="0" u="none" strike="noStrike" kern="1200" baseline="0" dirty="0" err="1" smtClean="0">
                <a:solidFill>
                  <a:schemeClr val="tx1"/>
                </a:solidFill>
                <a:latin typeface="+mn-lt"/>
                <a:ea typeface="+mn-ea"/>
                <a:cs typeface="+mn-cs"/>
              </a:rPr>
              <a:t>PaaS</a:t>
            </a:r>
            <a:r>
              <a:rPr lang="fr-FR" sz="1200" b="0" i="0" u="none" strike="noStrike" kern="1200" baseline="0" dirty="0" smtClean="0">
                <a:solidFill>
                  <a:schemeClr val="tx1"/>
                </a:solidFill>
                <a:latin typeface="+mn-lt"/>
                <a:ea typeface="+mn-ea"/>
                <a:cs typeface="+mn-cs"/>
              </a:rPr>
              <a:t>) est situé juste au-dessous du précédent (</a:t>
            </a:r>
            <a:r>
              <a:rPr lang="fr-FR" sz="1200" b="0" i="0" u="none" strike="noStrike" kern="1200" baseline="0" dirty="0" err="1" smtClean="0">
                <a:solidFill>
                  <a:schemeClr val="tx1"/>
                </a:solidFill>
                <a:latin typeface="+mn-lt"/>
                <a:ea typeface="+mn-ea"/>
                <a:cs typeface="+mn-cs"/>
              </a:rPr>
              <a:t>SaaS</a:t>
            </a:r>
            <a:r>
              <a:rPr lang="fr-FR" sz="1200" b="0" i="0" u="none" strike="noStrike" kern="1200" baseline="0" dirty="0" smtClean="0">
                <a:solidFill>
                  <a:schemeClr val="tx1"/>
                </a:solidFill>
                <a:latin typeface="+mn-lt"/>
                <a:ea typeface="+mn-ea"/>
                <a:cs typeface="+mn-cs"/>
              </a:rPr>
              <a:t>), puisqu’il permet de fournir aux développeurs (CSU) des ressources pour les environnements d’exécution, les cadres de développement de logiciels et le soutien du système d’exploitation</a:t>
            </a:r>
            <a:endParaRPr lang="fr-FR" sz="1200" dirty="0" smtClean="0">
              <a:latin typeface="+mn-lt"/>
              <a:cs typeface="Calibri"/>
            </a:endParaRP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err="1" smtClean="0">
                <a:latin typeface="+mn-lt"/>
                <a:cs typeface="Calibri"/>
              </a:rPr>
              <a:t>SaaS</a:t>
            </a:r>
            <a:r>
              <a:rPr lang="fr-FR" sz="1200" dirty="0" smtClean="0">
                <a:latin typeface="+mn-lt"/>
                <a:cs typeface="Calibri"/>
              </a:rPr>
              <a:t> </a:t>
            </a:r>
            <a:r>
              <a:rPr lang="fr-FR" sz="1200" spc="-10" dirty="0" smtClean="0">
                <a:latin typeface="+mn-lt"/>
                <a:cs typeface="Calibri"/>
              </a:rPr>
              <a:t>(Software </a:t>
            </a:r>
            <a:r>
              <a:rPr lang="fr-FR" sz="1200" dirty="0" smtClean="0">
                <a:latin typeface="+mn-lt"/>
                <a:cs typeface="Calibri"/>
              </a:rPr>
              <a:t>as a </a:t>
            </a:r>
            <a:r>
              <a:rPr lang="fr-FR" sz="1200" spc="-5" dirty="0" smtClean="0">
                <a:latin typeface="+mn-lt"/>
                <a:cs typeface="Calibri"/>
              </a:rPr>
              <a:t>Service)</a:t>
            </a:r>
            <a:r>
              <a:rPr lang="fr-FR" sz="1200" spc="270" dirty="0" smtClean="0">
                <a:latin typeface="+mn-lt"/>
                <a:cs typeface="Calibri"/>
              </a:rPr>
              <a:t> </a:t>
            </a:r>
            <a:r>
              <a:rPr lang="fr-FR" sz="1200" dirty="0" smtClean="0">
                <a:latin typeface="+mn-lt"/>
                <a:cs typeface="Calibri"/>
              </a:rPr>
              <a:t>:</a:t>
            </a:r>
            <a:r>
              <a:rPr lang="fr-FR" sz="1200" baseline="0" dirty="0" smtClean="0">
                <a:latin typeface="+mn-lt"/>
                <a:cs typeface="Calibri"/>
              </a:rPr>
              <a:t> </a:t>
            </a:r>
            <a:r>
              <a:rPr lang="fr-FR" sz="1200" spc="-25" dirty="0" smtClean="0">
                <a:latin typeface="+mn-lt"/>
                <a:cs typeface="Calibri"/>
              </a:rPr>
              <a:t>l’accès </a:t>
            </a:r>
            <a:r>
              <a:rPr lang="fr-FR" sz="1200" dirty="0" smtClean="0">
                <a:latin typeface="+mn-lt"/>
                <a:cs typeface="Calibri"/>
              </a:rPr>
              <a:t>à un logiciel </a:t>
            </a:r>
            <a:r>
              <a:rPr lang="fr-FR" sz="1200" spc="-5" dirty="0" smtClean="0">
                <a:latin typeface="+mn-lt"/>
                <a:cs typeface="Calibri"/>
              </a:rPr>
              <a:t>sous </a:t>
            </a:r>
            <a:r>
              <a:rPr lang="fr-FR" sz="1200" spc="-15" dirty="0" smtClean="0">
                <a:latin typeface="+mn-lt"/>
                <a:cs typeface="Calibri"/>
              </a:rPr>
              <a:t>forme  </a:t>
            </a:r>
            <a:r>
              <a:rPr lang="fr-FR" sz="1200" dirty="0" smtClean="0">
                <a:latin typeface="+mn-lt"/>
                <a:cs typeface="Calibri"/>
              </a:rPr>
              <a:t>de</a:t>
            </a:r>
            <a:r>
              <a:rPr lang="fr-FR" sz="1200" spc="-95" dirty="0" smtClean="0">
                <a:latin typeface="+mn-lt"/>
                <a:cs typeface="Calibri"/>
              </a:rPr>
              <a:t> </a:t>
            </a:r>
            <a:r>
              <a:rPr lang="fr-FR" sz="1200" dirty="0" smtClean="0">
                <a:latin typeface="+mn-lt"/>
                <a:cs typeface="Calibri"/>
              </a:rPr>
              <a:t>service. Le modèle de services «logiciel en tant que service» (</a:t>
            </a:r>
            <a:r>
              <a:rPr lang="fr-FR" sz="1200" dirty="0" err="1" smtClean="0">
                <a:latin typeface="+mn-lt"/>
                <a:cs typeface="Calibri"/>
              </a:rPr>
              <a:t>SaaS</a:t>
            </a:r>
            <a:r>
              <a:rPr lang="fr-FR" sz="1200" dirty="0" smtClean="0">
                <a:latin typeface="+mn-lt"/>
                <a:cs typeface="Calibri"/>
              </a:rPr>
              <a:t>) permet de fournir des applications à la demande sur Internet.</a:t>
            </a:r>
          </a:p>
          <a:p>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11</a:t>
            </a:fld>
            <a:endParaRPr lang="fr-FR"/>
          </a:p>
        </p:txBody>
      </p:sp>
    </p:spTree>
    <p:extLst>
      <p:ext uri="{BB962C8B-B14F-4D97-AF65-F5344CB8AC3E}">
        <p14:creationId xmlns="" xmlns:p14="http://schemas.microsoft.com/office/powerpoint/2010/main" val="34813184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normAutofit/>
          </a:bodyPr>
          <a:lstStyle/>
          <a:p>
            <a:r>
              <a:rPr lang="fr-FR" sz="1200" dirty="0" smtClean="0"/>
              <a:t>Ce nombre est incrémenté chaque fois que il y a référencement par un client, ce client envoi un message indiquant que l’objet distant est référencé. Le nombre est décrémentée chaque fois que cette référence est libérée par le client. Dans ce cas, la machine virtuelle a le droit de récupérer cet objet s’il n ya pas une référence local de cet objet</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13</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dirty="0" smtClean="0"/>
              <a:t>Ce travail peut être complété sur le plan implémentation par l’ajout du support de nouvelles applications écrites en d’autre langage de programmation.</a:t>
            </a:r>
          </a:p>
          <a:p>
            <a:r>
              <a:rPr lang="fr-FR" dirty="0" smtClean="0"/>
              <a:t>Pour le côté conceptuel, pour plus de performance l’architecture peut être améliorée en divisant le projet </a:t>
            </a:r>
            <a:r>
              <a:rPr lang="fr-FR" dirty="0" err="1" smtClean="0"/>
              <a:t>Webswing</a:t>
            </a:r>
            <a:r>
              <a:rPr lang="fr-FR" dirty="0" smtClean="0"/>
              <a:t> en plusieurs micro-services (considéré chaque module du projet comme un service).</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21</a:t>
            </a:fld>
            <a:endParaRPr lang="fr-FR"/>
          </a:p>
        </p:txBody>
      </p:sp>
    </p:spTree>
    <p:extLst>
      <p:ext uri="{BB962C8B-B14F-4D97-AF65-F5344CB8AC3E}">
        <p14:creationId xmlns="" xmlns:p14="http://schemas.microsoft.com/office/powerpoint/2010/main" val="18273145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normAutofit/>
          </a:bodyPr>
          <a:lstStyle/>
          <a:p>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26</a:t>
            </a:fld>
            <a:endParaRPr lang="fr-F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normAutofit/>
          </a:bodyPr>
          <a:lstStyle/>
          <a:p>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30</a:t>
            </a:fld>
            <a:endParaRPr lang="fr-F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10" name="Triangle rectangle 9"/>
          <p:cNvSpPr/>
          <p:nvPr/>
        </p:nvSpPr>
        <p:spPr>
          <a:xfrm>
            <a:off x="-2" y="3498110"/>
            <a:ext cx="9151089" cy="0"/>
          </a:xfrm>
          <a:prstGeom prst="rtTriangle">
            <a:avLst/>
          </a:prstGeom>
          <a:gradFill flip="none" rotWithShape="1">
            <a:gsLst>
              <a:gs pos="0">
                <a:schemeClr val="accent1">
                  <a:shade val="35000"/>
                  <a:satMod val="170000"/>
                  <a:alpha val="100000"/>
                </a:schemeClr>
              </a:gs>
              <a:gs pos="55000">
                <a:schemeClr val="accent1">
                  <a:tint val="90000"/>
                  <a:satMod val="150000"/>
                  <a:alpha val="100000"/>
                </a:schemeClr>
              </a:gs>
              <a:gs pos="100000">
                <a:schemeClr val="accent1">
                  <a:shade val="35000"/>
                  <a:satMod val="170000"/>
                  <a:alpha val="100000"/>
                </a:schemeClr>
              </a:gs>
            </a:gsLst>
            <a:lin ang="3000000" scaled="1"/>
            <a:tileRect/>
          </a:gradFill>
          <a:ln w="127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9" name="Titre 8"/>
          <p:cNvSpPr>
            <a:spLocks noGrp="1"/>
          </p:cNvSpPr>
          <p:nvPr>
            <p:ph type="ctrTitle"/>
          </p:nvPr>
        </p:nvSpPr>
        <p:spPr>
          <a:xfrm>
            <a:off x="685800" y="1314451"/>
            <a:ext cx="7772400" cy="1372321"/>
          </a:xfrm>
        </p:spPr>
        <p:txBody>
          <a:bodyPr vert="horz" anchor="b">
            <a:normAutofit/>
            <a:scene3d>
              <a:camera prst="orthographicFront"/>
              <a:lightRig rig="soft" dir="t"/>
            </a:scene3d>
            <a:sp3d prstMaterial="softEdge">
              <a:bevelT w="25400" h="25400"/>
            </a:sp3d>
          </a:bodyPr>
          <a:lstStyle>
            <a:lvl1pPr algn="r">
              <a:defRPr sz="4800" b="1">
                <a:solidFill>
                  <a:schemeClr val="tx2"/>
                </a:solidFill>
                <a:effectLst>
                  <a:outerShdw blurRad="31750" dist="25400" dir="5400000" algn="tl" rotWithShape="0">
                    <a:srgbClr val="000000">
                      <a:alpha val="25000"/>
                    </a:srgbClr>
                  </a:outerShdw>
                </a:effectLst>
              </a:defRPr>
            </a:lvl1pPr>
            <a:extLst/>
          </a:lstStyle>
          <a:p>
            <a:r>
              <a:rPr kumimoji="0" lang="fr-FR" smtClean="0"/>
              <a:t>Cliquez pour modifier le style du titre</a:t>
            </a:r>
            <a:endParaRPr kumimoji="0" lang="en-US"/>
          </a:p>
        </p:txBody>
      </p:sp>
      <p:sp>
        <p:nvSpPr>
          <p:cNvPr id="17" name="Sous-titre 16"/>
          <p:cNvSpPr>
            <a:spLocks noGrp="1"/>
          </p:cNvSpPr>
          <p:nvPr>
            <p:ph type="subTitle" idx="1"/>
          </p:nvPr>
        </p:nvSpPr>
        <p:spPr>
          <a:xfrm>
            <a:off x="685800" y="2708705"/>
            <a:ext cx="7772400" cy="899778"/>
          </a:xfrm>
        </p:spPr>
        <p:txBody>
          <a:bodyPr lIns="45720" rIns="45720"/>
          <a:lstStyle>
            <a:lvl1pPr marL="0" marR="64008" indent="0" algn="r">
              <a:buNone/>
              <a:defRPr>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fr-FR" smtClean="0"/>
              <a:t>Cliquez pour modifier le style des sous-titres du masque</a:t>
            </a:r>
            <a:endParaRPr kumimoji="0" lang="en-US"/>
          </a:p>
        </p:txBody>
      </p:sp>
      <p:grpSp>
        <p:nvGrpSpPr>
          <p:cNvPr id="2" name="Groupe 1"/>
          <p:cNvGrpSpPr/>
          <p:nvPr/>
        </p:nvGrpSpPr>
        <p:grpSpPr>
          <a:xfrm>
            <a:off x="-3765" y="3714750"/>
            <a:ext cx="9147765" cy="1434066"/>
            <a:chOff x="-3765" y="4832896"/>
            <a:chExt cx="9147765" cy="2032192"/>
          </a:xfrm>
        </p:grpSpPr>
        <p:sp>
          <p:nvSpPr>
            <p:cNvPr id="7" name="Forme libre 6"/>
            <p:cNvSpPr>
              <a:spLocks/>
            </p:cNvSpPr>
            <p:nvPr/>
          </p:nvSpPr>
          <p:spPr bwMode="auto">
            <a:xfrm>
              <a:off x="1687513" y="4832896"/>
              <a:ext cx="7456487" cy="518816"/>
            </a:xfrm>
            <a:custGeom>
              <a:avLst>
                <a:gd name="A1" fmla="val 0"/>
                <a:gd name="A2" fmla="val 0"/>
                <a:gd name="A3" fmla="val 0"/>
                <a:gd name="A4" fmla="val 0"/>
                <a:gd name="A5" fmla="val 0"/>
                <a:gd name="A6" fmla="val 0"/>
                <a:gd name="A7" fmla="val 0"/>
                <a:gd name="A8" fmla="val 0"/>
              </a:avLst>
              <a:gdLst/>
              <a:ahLst/>
              <a:cxnLst>
                <a:cxn ang="0">
                  <a:pos x="4697" y="0"/>
                </a:cxn>
                <a:cxn ang="0">
                  <a:pos x="4697" y="367"/>
                </a:cxn>
                <a:cxn ang="0">
                  <a:pos x="0" y="218"/>
                </a:cxn>
                <a:cxn ang="0">
                  <a:pos x="4697" y="0"/>
                </a:cxn>
              </a:cxnLst>
              <a:rect l="0" t="0" r="0" b="0"/>
              <a:pathLst>
                <a:path w="4697" h="367">
                  <a:moveTo>
                    <a:pt x="4697" y="0"/>
                  </a:moveTo>
                  <a:lnTo>
                    <a:pt x="4697" y="367"/>
                  </a:lnTo>
                  <a:lnTo>
                    <a:pt x="0" y="218"/>
                  </a:lnTo>
                  <a:lnTo>
                    <a:pt x="4697" y="0"/>
                  </a:lnTo>
                  <a:close/>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8" name="Forme libre 7"/>
            <p:cNvSpPr>
              <a:spLocks/>
            </p:cNvSpPr>
            <p:nvPr/>
          </p:nvSpPr>
          <p:spPr bwMode="auto">
            <a:xfrm>
              <a:off x="35443" y="5135526"/>
              <a:ext cx="9108557"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0" y="0"/>
                  </a:moveTo>
                  <a:lnTo>
                    <a:pt x="5760" y="0"/>
                  </a:lnTo>
                  <a:lnTo>
                    <a:pt x="5760" y="528"/>
                  </a:lnTo>
                  <a:lnTo>
                    <a:pt x="48" y="0"/>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1" name="Forme libre 10"/>
            <p:cNvSpPr>
              <a:spLocks/>
            </p:cNvSpPr>
            <p:nvPr/>
          </p:nvSpPr>
          <p:spPr bwMode="auto">
            <a:xfrm>
              <a:off x="0" y="4883888"/>
              <a:ext cx="9144000" cy="1981200"/>
            </a:xfrm>
            <a:custGeom>
              <a:avLst>
                <a:gd name="A1" fmla="val 0"/>
                <a:gd name="A2" fmla="val 0"/>
                <a:gd name="A3" fmla="val 0"/>
                <a:gd name="A4" fmla="val 0"/>
                <a:gd name="A5" fmla="val 0"/>
                <a:gd name="A6" fmla="val 0"/>
                <a:gd name="A7" fmla="val 0"/>
                <a:gd name="A8" fmla="val 0"/>
              </a:avLst>
              <a:gdLst/>
              <a:ahLst/>
              <a:cxnLst>
                <a:cxn ang="0">
                  <a:pos x="0" y="0"/>
                </a:cxn>
                <a:cxn ang="0">
                  <a:pos x="0" y="1248"/>
                </a:cxn>
                <a:cxn ang="0">
                  <a:pos x="5760" y="1248"/>
                </a:cxn>
                <a:cxn ang="0">
                  <a:pos x="5760" y="528"/>
                </a:cxn>
                <a:cxn ang="0">
                  <a:pos x="0" y="0"/>
                </a:cxn>
              </a:cxnLst>
              <a:rect l="0" t="0" r="0" b="0"/>
              <a:pathLst>
                <a:path w="5760" h="1248">
                  <a:moveTo>
                    <a:pt x="0" y="0"/>
                  </a:moveTo>
                  <a:lnTo>
                    <a:pt x="0" y="1248"/>
                  </a:lnTo>
                  <a:lnTo>
                    <a:pt x="5760" y="1248"/>
                  </a:lnTo>
                  <a:lnTo>
                    <a:pt x="5760" y="528"/>
                  </a:lnTo>
                  <a:lnTo>
                    <a:pt x="0" y="0"/>
                  </a:lnTo>
                  <a:close/>
                </a:path>
              </a:pathLst>
            </a:cu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2" name="Connecteur droit 11"/>
            <p:cNvCxnSpPr/>
            <p:nvPr/>
          </p:nvCxnSpPr>
          <p:spPr>
            <a:xfrm>
              <a:off x="-3765" y="4880373"/>
              <a:ext cx="9147765" cy="83994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grpSp>
      <p:sp>
        <p:nvSpPr>
          <p:cNvPr id="30" name="Espace réservé de la date 29"/>
          <p:cNvSpPr>
            <a:spLocks noGrp="1"/>
          </p:cNvSpPr>
          <p:nvPr>
            <p:ph type="dt" sz="half" idx="10"/>
          </p:nvPr>
        </p:nvSpPr>
        <p:spPr/>
        <p:txBody>
          <a:bodyPr/>
          <a:lstStyle>
            <a:lvl1pPr>
              <a:defRPr>
                <a:solidFill>
                  <a:srgbClr val="FFFFFF"/>
                </a:solidFill>
              </a:defRPr>
            </a:lvl1pPr>
            <a:extLst/>
          </a:lstStyle>
          <a:p>
            <a:fld id="{6901DD82-D536-43B8-86D9-932D8FF0AAD5}" type="datetimeFigureOut">
              <a:rPr lang="fr-FR" smtClean="0"/>
              <a:pPr/>
              <a:t>27/06/2018</a:t>
            </a:fld>
            <a:endParaRPr lang="fr-FR"/>
          </a:p>
        </p:txBody>
      </p:sp>
      <p:sp>
        <p:nvSpPr>
          <p:cNvPr id="19" name="Espace réservé du pied de page 18"/>
          <p:cNvSpPr>
            <a:spLocks noGrp="1"/>
          </p:cNvSpPr>
          <p:nvPr>
            <p:ph type="ftr" sz="quarter" idx="11"/>
          </p:nvPr>
        </p:nvSpPr>
        <p:spPr/>
        <p:txBody>
          <a:bodyPr/>
          <a:lstStyle>
            <a:lvl1pPr>
              <a:defRPr>
                <a:solidFill>
                  <a:schemeClr val="accent1">
                    <a:tint val="20000"/>
                  </a:schemeClr>
                </a:solidFill>
              </a:defRPr>
            </a:lvl1pPr>
            <a:extLst/>
          </a:lstStyle>
          <a:p>
            <a:endParaRPr lang="fr-BE"/>
          </a:p>
        </p:txBody>
      </p:sp>
      <p:sp>
        <p:nvSpPr>
          <p:cNvPr id="27" name="Espace réservé du numéro de diapositive 26"/>
          <p:cNvSpPr>
            <a:spLocks noGrp="1"/>
          </p:cNvSpPr>
          <p:nvPr>
            <p:ph type="sldNum" sz="quarter" idx="12"/>
          </p:nvPr>
        </p:nvSpPr>
        <p:spPr/>
        <p:txBody>
          <a:bodyPr/>
          <a:lstStyle>
            <a:lvl1pPr>
              <a:defRPr>
                <a:solidFill>
                  <a:srgbClr val="FFFFFF"/>
                </a:solidFill>
              </a:defRPr>
            </a:lvl1pPr>
            <a:extLst/>
          </a:lstStyle>
          <a:p>
            <a:fld id="{2F34291C-8D4B-4E25-8CF3-C704CF8D1F28}" type="slidenum">
              <a:rPr lang="fr-FR" smtClean="0"/>
              <a:pP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3" name="Espace réservé du contenu 2"/>
          <p:cNvSpPr>
            <a:spLocks noGrp="1"/>
          </p:cNvSpPr>
          <p:nvPr>
            <p:ph idx="1"/>
          </p:nvPr>
        </p:nvSpPr>
        <p:spPr/>
        <p:txBody>
          <a:bodyPr/>
          <a:lstStyle>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4" name="Espace réservé de la date 3"/>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5" name="Espace réservé du pied de page 4"/>
          <p:cNvSpPr>
            <a:spLocks noGrp="1"/>
          </p:cNvSpPr>
          <p:nvPr>
            <p:ph type="ftr" sz="quarter" idx="11"/>
          </p:nvPr>
        </p:nvSpPr>
        <p:spPr/>
        <p:txBody>
          <a:bodyPr/>
          <a:lstStyle>
            <a:extLst/>
          </a:lstStyle>
          <a:p>
            <a:endParaRPr lang="fr-BE"/>
          </a:p>
        </p:txBody>
      </p:sp>
      <p:sp>
        <p:nvSpPr>
          <p:cNvPr id="6" name="Espace réservé du numéro de diapositive 5"/>
          <p:cNvSpPr>
            <a:spLocks noGrp="1"/>
          </p:cNvSpPr>
          <p:nvPr>
            <p:ph type="sldNum" sz="quarter" idx="12"/>
          </p:nvPr>
        </p:nvSpPr>
        <p:spPr/>
        <p:txBody>
          <a:bodyPr/>
          <a:lstStyle>
            <a:extLst/>
          </a:lstStyle>
          <a:p>
            <a:fld id="{CF4668DC-857F-487D-BFFA-8C0CA5037977}" type="slidenum">
              <a:rPr lang="fr-BE" smtClean="0"/>
              <a:pPr/>
              <a:t>‹N°›</a:t>
            </a:fld>
            <a:endParaRPr lang="fr-BE"/>
          </a:p>
        </p:txBody>
      </p:sp>
      <p:sp>
        <p:nvSpPr>
          <p:cNvPr id="7" name="Titre 6"/>
          <p:cNvSpPr>
            <a:spLocks noGrp="1"/>
          </p:cNvSpPr>
          <p:nvPr>
            <p:ph type="title"/>
          </p:nvPr>
        </p:nvSpPr>
        <p:spPr/>
        <p:txBody>
          <a:bodyPr rtlCol="0"/>
          <a:lstStyle>
            <a:extLst/>
          </a:lstStyle>
          <a:p>
            <a:r>
              <a:rPr kumimoji="0" lang="fr-FR" smtClean="0"/>
              <a:t>Cliquez pour modifier le style du titre</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Ref idx="1002">
        <a:schemeClr val="bg1"/>
      </p:bgRef>
    </p:bg>
    <p:spTree>
      <p:nvGrpSpPr>
        <p:cNvPr id="1" name=""/>
        <p:cNvGrpSpPr/>
        <p:nvPr/>
      </p:nvGrpSpPr>
      <p:grpSpPr>
        <a:xfrm>
          <a:off x="0" y="0"/>
          <a:ext cx="0" cy="0"/>
          <a:chOff x="0" y="0"/>
          <a:chExt cx="0" cy="0"/>
        </a:xfrm>
      </p:grpSpPr>
      <p:sp>
        <p:nvSpPr>
          <p:cNvPr id="2" name="Titre 1"/>
          <p:cNvSpPr>
            <a:spLocks noGrp="1"/>
          </p:cNvSpPr>
          <p:nvPr>
            <p:ph type="title"/>
          </p:nvPr>
        </p:nvSpPr>
        <p:spPr>
          <a:xfrm>
            <a:off x="722376" y="794784"/>
            <a:ext cx="7772400" cy="1371600"/>
          </a:xfrm>
        </p:spPr>
        <p:txBody>
          <a:bodyPr vert="horz" anchor="b">
            <a:normAutofit/>
            <a:scene3d>
              <a:camera prst="orthographicFront"/>
              <a:lightRig rig="soft" dir="t"/>
            </a:scene3d>
            <a:sp3d prstMaterial="softEdge">
              <a:bevelT w="25400" h="25400"/>
            </a:sp3d>
          </a:bodyPr>
          <a:lstStyle>
            <a:lvl1pPr algn="r">
              <a:buNone/>
              <a:defRPr sz="4800" b="1" cap="none" baseline="0">
                <a:effectLst>
                  <a:outerShdw blurRad="31750" dist="25400" dir="5400000" algn="tl" rotWithShape="0">
                    <a:srgbClr val="000000">
                      <a:alpha val="25000"/>
                    </a:srgbClr>
                  </a:outerShdw>
                </a:effectLst>
              </a:defRPr>
            </a:lvl1pPr>
            <a:extLst/>
          </a:lstStyle>
          <a:p>
            <a:r>
              <a:rPr kumimoji="0" lang="fr-FR" smtClean="0"/>
              <a:t>Cliquez pour modifier le style du titre</a:t>
            </a:r>
            <a:endParaRPr kumimoji="0" lang="en-US"/>
          </a:p>
        </p:txBody>
      </p:sp>
      <p:sp>
        <p:nvSpPr>
          <p:cNvPr id="3" name="Espace réservé du texte 2"/>
          <p:cNvSpPr>
            <a:spLocks noGrp="1"/>
          </p:cNvSpPr>
          <p:nvPr>
            <p:ph type="body" idx="1"/>
          </p:nvPr>
        </p:nvSpPr>
        <p:spPr>
          <a:xfrm>
            <a:off x="3922713" y="2198784"/>
            <a:ext cx="4572000" cy="1091166"/>
          </a:xfrm>
        </p:spPr>
        <p:txBody>
          <a:bodyPr lIns="91440" rIns="91440" anchor="t"/>
          <a:lstStyle>
            <a:lvl1pPr marL="0" indent="0" algn="l">
              <a:buNone/>
              <a:defRPr sz="23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fr-FR" smtClean="0"/>
              <a:t>Cliquez pour modifier les styles du texte du masque</a:t>
            </a:r>
          </a:p>
        </p:txBody>
      </p:sp>
      <p:sp>
        <p:nvSpPr>
          <p:cNvPr id="4" name="Espace réservé de la date 3"/>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5" name="Espace réservé du pied de page 4"/>
          <p:cNvSpPr>
            <a:spLocks noGrp="1"/>
          </p:cNvSpPr>
          <p:nvPr>
            <p:ph type="ftr" sz="quarter" idx="11"/>
          </p:nvPr>
        </p:nvSpPr>
        <p:spPr/>
        <p:txBody>
          <a:bodyPr/>
          <a:lstStyle>
            <a:extLst/>
          </a:lstStyle>
          <a:p>
            <a:endParaRPr lang="fr-BE"/>
          </a:p>
        </p:txBody>
      </p:sp>
      <p:sp>
        <p:nvSpPr>
          <p:cNvPr id="6" name="Espace réservé du numéro de diapositive 5"/>
          <p:cNvSpPr>
            <a:spLocks noGrp="1"/>
          </p:cNvSpPr>
          <p:nvPr>
            <p:ph type="sldNum" sz="quarter" idx="12"/>
          </p:nvPr>
        </p:nvSpPr>
        <p:spPr/>
        <p:txBody>
          <a:bodyPr/>
          <a:lstStyle>
            <a:extLst/>
          </a:lstStyle>
          <a:p>
            <a:fld id="{2F34291C-8D4B-4E25-8CF3-C704CF8D1F28}" type="slidenum">
              <a:rPr lang="fr-FR" smtClean="0"/>
              <a:pPr/>
              <a:t>‹N°›</a:t>
            </a:fld>
            <a:endParaRPr lang="fr-FR"/>
          </a:p>
        </p:txBody>
      </p:sp>
      <p:sp>
        <p:nvSpPr>
          <p:cNvPr id="7" name="Chevron 6"/>
          <p:cNvSpPr/>
          <p:nvPr/>
        </p:nvSpPr>
        <p:spPr>
          <a:xfrm>
            <a:off x="3636680" y="2254104"/>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8" name="Chevron 7"/>
          <p:cNvSpPr/>
          <p:nvPr/>
        </p:nvSpPr>
        <p:spPr>
          <a:xfrm>
            <a:off x="3450264" y="2254104"/>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bg>
      <p:bgRef idx="1002">
        <a:schemeClr val="bg1"/>
      </p:bgRef>
    </p:bg>
    <p:spTree>
      <p:nvGrpSpPr>
        <p:cNvPr id="1" name=""/>
        <p:cNvGrpSpPr/>
        <p:nvPr/>
      </p:nvGrpSpPr>
      <p:grpSpPr>
        <a:xfrm>
          <a:off x="0" y="0"/>
          <a:ext cx="0" cy="0"/>
          <a:chOff x="0" y="0"/>
          <a:chExt cx="0" cy="0"/>
        </a:xfrm>
      </p:grpSpPr>
      <p:sp>
        <p:nvSpPr>
          <p:cNvPr id="3" name="Espace réservé du contenu 2"/>
          <p:cNvSpPr>
            <a:spLocks noGrp="1"/>
          </p:cNvSpPr>
          <p:nvPr>
            <p:ph sz="half" idx="1"/>
          </p:nvPr>
        </p:nvSpPr>
        <p:spPr>
          <a:xfrm>
            <a:off x="457200" y="1110997"/>
            <a:ext cx="4038600" cy="3394472"/>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4" name="Espace réservé du contenu 3"/>
          <p:cNvSpPr>
            <a:spLocks noGrp="1"/>
          </p:cNvSpPr>
          <p:nvPr>
            <p:ph sz="half" idx="2"/>
          </p:nvPr>
        </p:nvSpPr>
        <p:spPr>
          <a:xfrm>
            <a:off x="4648200" y="1110997"/>
            <a:ext cx="4038600" cy="3394472"/>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5" name="Espace réservé de la date 4"/>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6" name="Espace réservé du pied de page 5"/>
          <p:cNvSpPr>
            <a:spLocks noGrp="1"/>
          </p:cNvSpPr>
          <p:nvPr>
            <p:ph type="ftr" sz="quarter" idx="11"/>
          </p:nvPr>
        </p:nvSpPr>
        <p:spPr/>
        <p:txBody>
          <a:bodyPr/>
          <a:lstStyle>
            <a:extLst/>
          </a:lstStyle>
          <a:p>
            <a:endParaRPr lang="fr-BE"/>
          </a:p>
        </p:txBody>
      </p:sp>
      <p:sp>
        <p:nvSpPr>
          <p:cNvPr id="7" name="Espace réservé du numéro de diapositive 6"/>
          <p:cNvSpPr>
            <a:spLocks noGrp="1"/>
          </p:cNvSpPr>
          <p:nvPr>
            <p:ph type="sldNum" sz="quarter" idx="12"/>
          </p:nvPr>
        </p:nvSpPr>
        <p:spPr/>
        <p:txBody>
          <a:bodyPr/>
          <a:lstStyle>
            <a:extLst/>
          </a:lstStyle>
          <a:p>
            <a:fld id="{CF4668DC-857F-487D-BFFA-8C0CA5037977}" type="slidenum">
              <a:rPr lang="fr-BE" smtClean="0"/>
              <a:pPr/>
              <a:t>‹N°›</a:t>
            </a:fld>
            <a:endParaRPr lang="fr-BE"/>
          </a:p>
        </p:txBody>
      </p:sp>
      <p:sp>
        <p:nvSpPr>
          <p:cNvPr id="8" name="Titre 7"/>
          <p:cNvSpPr>
            <a:spLocks noGrp="1"/>
          </p:cNvSpPr>
          <p:nvPr>
            <p:ph type="title"/>
          </p:nvPr>
        </p:nvSpPr>
        <p:spPr/>
        <p:txBody>
          <a:bodyPr rtlCol="0"/>
          <a:lstStyle>
            <a:extLst/>
          </a:lstStyle>
          <a:p>
            <a:r>
              <a:rPr kumimoji="0" lang="fr-FR" smtClean="0"/>
              <a:t>Cliquez pour modifier le style du titre</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aison">
    <p:bg>
      <p:bgRef idx="1003">
        <a:schemeClr val="bg1"/>
      </p:bgRef>
    </p:bg>
    <p:spTree>
      <p:nvGrpSpPr>
        <p:cNvPr id="1" name=""/>
        <p:cNvGrpSpPr/>
        <p:nvPr/>
      </p:nvGrpSpPr>
      <p:grpSpPr>
        <a:xfrm>
          <a:off x="0" y="0"/>
          <a:ext cx="0" cy="0"/>
          <a:chOff x="0" y="0"/>
          <a:chExt cx="0" cy="0"/>
        </a:xfrm>
      </p:grpSpPr>
      <p:sp>
        <p:nvSpPr>
          <p:cNvPr id="2" name="Titre 1"/>
          <p:cNvSpPr>
            <a:spLocks noGrp="1"/>
          </p:cNvSpPr>
          <p:nvPr>
            <p:ph type="title"/>
          </p:nvPr>
        </p:nvSpPr>
        <p:spPr>
          <a:xfrm>
            <a:off x="457200" y="204788"/>
            <a:ext cx="8229600" cy="857250"/>
          </a:xfrm>
        </p:spPr>
        <p:txBody>
          <a:bodyPr anchor="ctr"/>
          <a:lstStyle>
            <a:lvl1pPr>
              <a:defRPr/>
            </a:lvl1pPr>
            <a:extLst/>
          </a:lstStyle>
          <a:p>
            <a:r>
              <a:rPr kumimoji="0" lang="fr-FR" smtClean="0"/>
              <a:t>Cliquez pour modifier le style du titre</a:t>
            </a:r>
            <a:endParaRPr kumimoji="0" lang="en-US"/>
          </a:p>
        </p:txBody>
      </p:sp>
      <p:sp>
        <p:nvSpPr>
          <p:cNvPr id="3" name="Espace réservé du texte 2"/>
          <p:cNvSpPr>
            <a:spLocks noGrp="1"/>
          </p:cNvSpPr>
          <p:nvPr>
            <p:ph type="body" idx="1"/>
          </p:nvPr>
        </p:nvSpPr>
        <p:spPr>
          <a:xfrm>
            <a:off x="457200" y="4057650"/>
            <a:ext cx="4040188" cy="5715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fr-FR" smtClean="0"/>
              <a:t>Cliquez pour modifier les styles du texte du masque</a:t>
            </a:r>
          </a:p>
        </p:txBody>
      </p:sp>
      <p:sp>
        <p:nvSpPr>
          <p:cNvPr id="4" name="Espace réservé du texte 3"/>
          <p:cNvSpPr>
            <a:spLocks noGrp="1"/>
          </p:cNvSpPr>
          <p:nvPr>
            <p:ph type="body" sz="half" idx="3"/>
          </p:nvPr>
        </p:nvSpPr>
        <p:spPr>
          <a:xfrm>
            <a:off x="4645027" y="4057650"/>
            <a:ext cx="4041775" cy="5715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fr-FR" smtClean="0"/>
              <a:t>Cliquez pour modifier les styles du texte du masque</a:t>
            </a:r>
          </a:p>
        </p:txBody>
      </p:sp>
      <p:sp>
        <p:nvSpPr>
          <p:cNvPr id="5" name="Espace réservé du contenu 4"/>
          <p:cNvSpPr>
            <a:spLocks noGrp="1"/>
          </p:cNvSpPr>
          <p:nvPr>
            <p:ph sz="quarter" idx="2"/>
          </p:nvPr>
        </p:nvSpPr>
        <p:spPr>
          <a:xfrm>
            <a:off x="457200" y="1083221"/>
            <a:ext cx="4040188" cy="2956322"/>
          </a:xfrm>
          <a:ln>
            <a:noFill/>
            <a:prstDash val="sysDash"/>
            <a:miter lim="800000"/>
          </a:ln>
        </p:spPr>
        <p:txBody>
          <a:bodyPr/>
          <a:lstStyle>
            <a:lvl1pPr>
              <a:defRPr sz="2400"/>
            </a:lvl1pPr>
            <a:lvl2pPr>
              <a:defRPr sz="2000"/>
            </a:lvl2pPr>
            <a:lvl3pPr>
              <a:defRPr sz="1800"/>
            </a:lvl3pPr>
            <a:lvl4pPr>
              <a:defRPr sz="1600"/>
            </a:lvl4pPr>
            <a:lvl5pPr>
              <a:defRPr sz="1600"/>
            </a:lvl5pPr>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6" name="Espace réservé du contenu 5"/>
          <p:cNvSpPr>
            <a:spLocks noGrp="1"/>
          </p:cNvSpPr>
          <p:nvPr>
            <p:ph sz="quarter" idx="4"/>
          </p:nvPr>
        </p:nvSpPr>
        <p:spPr>
          <a:xfrm>
            <a:off x="4645026" y="1083221"/>
            <a:ext cx="4041775" cy="2956322"/>
          </a:xfrm>
          <a:ln>
            <a:noFill/>
            <a:prstDash val="sysDash"/>
            <a:miter lim="800000"/>
          </a:ln>
        </p:spPr>
        <p:txBody>
          <a:bodyPr/>
          <a:lstStyle>
            <a:lvl1pPr>
              <a:spcBef>
                <a:spcPts val="0"/>
              </a:spcBef>
              <a:defRPr sz="2400"/>
            </a:lvl1pPr>
            <a:lvl2pPr>
              <a:defRPr sz="2000"/>
            </a:lvl2pPr>
            <a:lvl3pPr>
              <a:defRPr sz="1800"/>
            </a:lvl3pPr>
            <a:lvl4pPr>
              <a:defRPr sz="1600"/>
            </a:lvl4pPr>
            <a:lvl5pPr>
              <a:defRPr sz="1600"/>
            </a:lvl5pPr>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7" name="Espace réservé de la date 6"/>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8" name="Espace réservé du pied de page 7"/>
          <p:cNvSpPr>
            <a:spLocks noGrp="1"/>
          </p:cNvSpPr>
          <p:nvPr>
            <p:ph type="ftr" sz="quarter" idx="11"/>
          </p:nvPr>
        </p:nvSpPr>
        <p:spPr/>
        <p:txBody>
          <a:bodyPr/>
          <a:lstStyle>
            <a:extLst/>
          </a:lstStyle>
          <a:p>
            <a:endParaRPr lang="fr-BE"/>
          </a:p>
        </p:txBody>
      </p:sp>
      <p:sp>
        <p:nvSpPr>
          <p:cNvPr id="9" name="Espace réservé du numéro de diapositive 8"/>
          <p:cNvSpPr>
            <a:spLocks noGrp="1"/>
          </p:cNvSpPr>
          <p:nvPr>
            <p:ph type="sldNum" sz="quarter" idx="12"/>
          </p:nvPr>
        </p:nvSpPr>
        <p:spPr/>
        <p:txBody>
          <a:bodyPr/>
          <a:lstStyle>
            <a:extLst/>
          </a:lstStyle>
          <a:p>
            <a:fld id="{CF4668DC-857F-487D-BFFA-8C0CA5037977}" type="slidenum">
              <a:rPr lang="fr-BE" smtClean="0"/>
              <a:pPr/>
              <a:t>‹N°›</a:t>
            </a:fld>
            <a:endParaRPr lang="fr-BE"/>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bg>
      <p:bgRef idx="1002">
        <a:schemeClr val="bg1"/>
      </p:bgRef>
    </p:bg>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4" name="Espace réservé du pied de page 3"/>
          <p:cNvSpPr>
            <a:spLocks noGrp="1"/>
          </p:cNvSpPr>
          <p:nvPr>
            <p:ph type="ftr" sz="quarter" idx="11"/>
          </p:nvPr>
        </p:nvSpPr>
        <p:spPr/>
        <p:txBody>
          <a:bodyPr/>
          <a:lstStyle>
            <a:extLst/>
          </a:lstStyle>
          <a:p>
            <a:endParaRPr lang="fr-BE"/>
          </a:p>
        </p:txBody>
      </p:sp>
      <p:sp>
        <p:nvSpPr>
          <p:cNvPr id="5" name="Espace réservé du numéro de diapositive 4"/>
          <p:cNvSpPr>
            <a:spLocks noGrp="1"/>
          </p:cNvSpPr>
          <p:nvPr>
            <p:ph type="sldNum" sz="quarter" idx="12"/>
          </p:nvPr>
        </p:nvSpPr>
        <p:spPr/>
        <p:txBody>
          <a:bodyPr/>
          <a:lstStyle>
            <a:extLst/>
          </a:lstStyle>
          <a:p>
            <a:fld id="{CF4668DC-857F-487D-BFFA-8C0CA5037977}" type="slidenum">
              <a:rPr lang="fr-BE" smtClean="0"/>
              <a:pPr/>
              <a:t>‹N°›</a:t>
            </a:fld>
            <a:endParaRPr lang="fr-BE"/>
          </a:p>
        </p:txBody>
      </p:sp>
      <p:sp>
        <p:nvSpPr>
          <p:cNvPr id="6" name="Titre 5"/>
          <p:cNvSpPr>
            <a:spLocks noGrp="1"/>
          </p:cNvSpPr>
          <p:nvPr>
            <p:ph type="title"/>
          </p:nvPr>
        </p:nvSpPr>
        <p:spPr/>
        <p:txBody>
          <a:bodyPr rtlCol="0"/>
          <a:lstStyle>
            <a:extLst/>
          </a:lstStyle>
          <a:p>
            <a:r>
              <a:rPr kumimoji="0" lang="fr-FR" smtClean="0"/>
              <a:t>Cliquez pour modifier le style du titre</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3" name="Espace réservé du pied de page 2"/>
          <p:cNvSpPr>
            <a:spLocks noGrp="1"/>
          </p:cNvSpPr>
          <p:nvPr>
            <p:ph type="ftr" sz="quarter" idx="11"/>
          </p:nvPr>
        </p:nvSpPr>
        <p:spPr/>
        <p:txBody>
          <a:bodyPr/>
          <a:lstStyle>
            <a:extLst/>
          </a:lstStyle>
          <a:p>
            <a:endParaRPr lang="fr-BE"/>
          </a:p>
        </p:txBody>
      </p:sp>
      <p:sp>
        <p:nvSpPr>
          <p:cNvPr id="4" name="Espace réservé du numéro de diapositive 3"/>
          <p:cNvSpPr>
            <a:spLocks noGrp="1"/>
          </p:cNvSpPr>
          <p:nvPr>
            <p:ph type="sldNum" sz="quarter" idx="12"/>
          </p:nvPr>
        </p:nvSpPr>
        <p:spPr/>
        <p:txBody>
          <a:bodyPr/>
          <a:lstStyle>
            <a:extLst/>
          </a:lstStyle>
          <a:p>
            <a:fld id="{CF4668DC-857F-487D-BFFA-8C0CA5037977}" type="slidenum">
              <a:rPr lang="fr-BE" smtClean="0"/>
              <a:pPr/>
              <a:t>‹N°›</a:t>
            </a:fld>
            <a:endParaRPr lang="fr-B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bg>
      <p:bgRef idx="1003">
        <a:schemeClr val="bg1"/>
      </p:bgRef>
    </p:bg>
    <p:spTree>
      <p:nvGrpSpPr>
        <p:cNvPr id="1" name=""/>
        <p:cNvGrpSpPr/>
        <p:nvPr/>
      </p:nvGrpSpPr>
      <p:grpSpPr>
        <a:xfrm>
          <a:off x="0" y="0"/>
          <a:ext cx="0" cy="0"/>
          <a:chOff x="0" y="0"/>
          <a:chExt cx="0" cy="0"/>
        </a:xfrm>
      </p:grpSpPr>
      <p:sp>
        <p:nvSpPr>
          <p:cNvPr id="2" name="Titre 1"/>
          <p:cNvSpPr>
            <a:spLocks noGrp="1"/>
          </p:cNvSpPr>
          <p:nvPr>
            <p:ph type="title"/>
          </p:nvPr>
        </p:nvSpPr>
        <p:spPr>
          <a:xfrm>
            <a:off x="914400" y="3657600"/>
            <a:ext cx="7481776" cy="342900"/>
          </a:xfrm>
        </p:spPr>
        <p:txBody>
          <a:bodyPr vert="horz" anchor="t">
            <a:noAutofit/>
            <a:sp3d prstMaterial="softEdge">
              <a:bevelT w="0" h="0"/>
            </a:sp3d>
          </a:bodyPr>
          <a:lstStyle>
            <a:lvl1pPr algn="r">
              <a:buNone/>
              <a:defRPr sz="2500" b="0">
                <a:solidFill>
                  <a:schemeClr val="accent1"/>
                </a:solidFill>
                <a:effectLst/>
              </a:defRPr>
            </a:lvl1pPr>
            <a:extLst/>
          </a:lstStyle>
          <a:p>
            <a:r>
              <a:rPr kumimoji="0" lang="fr-FR" smtClean="0"/>
              <a:t>Cliquez pour modifier le style du titre</a:t>
            </a:r>
            <a:endParaRPr kumimoji="0" lang="en-US"/>
          </a:p>
        </p:txBody>
      </p:sp>
      <p:sp>
        <p:nvSpPr>
          <p:cNvPr id="3" name="Espace réservé du texte 2"/>
          <p:cNvSpPr>
            <a:spLocks noGrp="1"/>
          </p:cNvSpPr>
          <p:nvPr>
            <p:ph type="body" idx="2"/>
          </p:nvPr>
        </p:nvSpPr>
        <p:spPr>
          <a:xfrm>
            <a:off x="4419600" y="4016327"/>
            <a:ext cx="3974592" cy="685800"/>
          </a:xfrm>
        </p:spPr>
        <p:txBody>
          <a:bodyPr/>
          <a:lstStyle>
            <a:lvl1pPr marL="0" indent="0" algn="r">
              <a:buNone/>
              <a:defRPr sz="1600"/>
            </a:lvl1pPr>
            <a:lvl2pPr>
              <a:buNone/>
              <a:defRPr sz="1200"/>
            </a:lvl2pPr>
            <a:lvl3pPr>
              <a:buNone/>
              <a:defRPr sz="1000"/>
            </a:lvl3pPr>
            <a:lvl4pPr>
              <a:buNone/>
              <a:defRPr sz="900"/>
            </a:lvl4pPr>
            <a:lvl5pPr>
              <a:buNone/>
              <a:defRPr sz="900"/>
            </a:lvl5pPr>
            <a:extLst/>
          </a:lstStyle>
          <a:p>
            <a:pPr lvl="0" eaLnBrk="1" latinLnBrk="0" hangingPunct="1"/>
            <a:r>
              <a:rPr kumimoji="0" lang="fr-FR" smtClean="0"/>
              <a:t>Cliquez pour modifier les styles du texte du masque</a:t>
            </a:r>
          </a:p>
        </p:txBody>
      </p:sp>
      <p:sp>
        <p:nvSpPr>
          <p:cNvPr id="4" name="Espace réservé du contenu 3"/>
          <p:cNvSpPr>
            <a:spLocks noGrp="1"/>
          </p:cNvSpPr>
          <p:nvPr>
            <p:ph sz="half" idx="1"/>
          </p:nvPr>
        </p:nvSpPr>
        <p:spPr>
          <a:xfrm>
            <a:off x="914400" y="205740"/>
            <a:ext cx="7479792" cy="3429000"/>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5" name="Espace réservé de la date 4"/>
          <p:cNvSpPr>
            <a:spLocks noGrp="1"/>
          </p:cNvSpPr>
          <p:nvPr>
            <p:ph type="dt" sz="half" idx="10"/>
          </p:nvPr>
        </p:nvSpPr>
        <p:spPr>
          <a:xfrm>
            <a:off x="6727032" y="4805958"/>
            <a:ext cx="1920240" cy="274320"/>
          </a:xfrm>
        </p:spPr>
        <p:txBody>
          <a:bodyPr/>
          <a:lstStyle>
            <a:extLst/>
          </a:lstStyle>
          <a:p>
            <a:fld id="{6901DD82-D536-43B8-86D9-932D8FF0AAD5}" type="datetimeFigureOut">
              <a:rPr lang="fr-FR" smtClean="0"/>
              <a:pPr/>
              <a:t>27/06/2018</a:t>
            </a:fld>
            <a:endParaRPr lang="fr-FR"/>
          </a:p>
        </p:txBody>
      </p:sp>
      <p:sp>
        <p:nvSpPr>
          <p:cNvPr id="6" name="Espace réservé du pied de page 5"/>
          <p:cNvSpPr>
            <a:spLocks noGrp="1"/>
          </p:cNvSpPr>
          <p:nvPr>
            <p:ph type="ftr" sz="quarter" idx="11"/>
          </p:nvPr>
        </p:nvSpPr>
        <p:spPr/>
        <p:txBody>
          <a:bodyPr/>
          <a:lstStyle>
            <a:extLst/>
          </a:lstStyle>
          <a:p>
            <a:endParaRPr lang="fr-BE"/>
          </a:p>
        </p:txBody>
      </p:sp>
      <p:sp>
        <p:nvSpPr>
          <p:cNvPr id="7" name="Espace réservé du numéro de diapositive 6"/>
          <p:cNvSpPr>
            <a:spLocks noGrp="1"/>
          </p:cNvSpPr>
          <p:nvPr>
            <p:ph type="sldNum" sz="quarter" idx="12"/>
          </p:nvPr>
        </p:nvSpPr>
        <p:spPr/>
        <p:txBody>
          <a:bodyPr/>
          <a:lstStyle>
            <a:extLst/>
          </a:lstStyle>
          <a:p>
            <a:fld id="{CF4668DC-857F-487D-BFFA-8C0CA5037977}" type="slidenum">
              <a:rPr lang="fr-BE" smtClean="0"/>
              <a:pPr/>
              <a:t>‹N°›</a:t>
            </a:fld>
            <a:endParaRPr lang="fr-BE"/>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bg>
      <p:bgRef idx="1002">
        <a:schemeClr val="bg1"/>
      </p:bgRef>
    </p:bg>
    <p:spTree>
      <p:nvGrpSpPr>
        <p:cNvPr id="1" name=""/>
        <p:cNvGrpSpPr/>
        <p:nvPr/>
      </p:nvGrpSpPr>
      <p:grpSpPr>
        <a:xfrm>
          <a:off x="0" y="0"/>
          <a:ext cx="0" cy="0"/>
          <a:chOff x="0" y="0"/>
          <a:chExt cx="0" cy="0"/>
        </a:xfrm>
      </p:grpSpPr>
      <p:sp>
        <p:nvSpPr>
          <p:cNvPr id="4" name="Espace réservé du texte 3"/>
          <p:cNvSpPr>
            <a:spLocks noGrp="1"/>
          </p:cNvSpPr>
          <p:nvPr>
            <p:ph type="body" sz="half" idx="2"/>
          </p:nvPr>
        </p:nvSpPr>
        <p:spPr>
          <a:xfrm>
            <a:off x="1141232" y="4082552"/>
            <a:ext cx="7162800" cy="486174"/>
          </a:xfrm>
          <a:noFill/>
        </p:spPr>
        <p:txBody>
          <a:bodyPr lIns="91440" tIns="0" rIns="91440" anchor="t"/>
          <a:lstStyle>
            <a:lvl1pPr marL="0" marR="18288" indent="0" algn="r">
              <a:buNone/>
              <a:defRPr sz="1400"/>
            </a:lvl1pPr>
            <a:lvl2pPr>
              <a:defRPr sz="1200"/>
            </a:lvl2pPr>
            <a:lvl3pPr>
              <a:defRPr sz="1000"/>
            </a:lvl3pPr>
            <a:lvl4pPr>
              <a:defRPr sz="900"/>
            </a:lvl4pPr>
            <a:lvl5pPr>
              <a:defRPr sz="900"/>
            </a:lvl5pPr>
            <a:extLst/>
          </a:lstStyle>
          <a:p>
            <a:pPr lvl="0" eaLnBrk="1" latinLnBrk="0" hangingPunct="1"/>
            <a:r>
              <a:rPr kumimoji="0" lang="fr-FR" smtClean="0"/>
              <a:t>Cliquez pour modifier les styles du texte du masque</a:t>
            </a:r>
          </a:p>
        </p:txBody>
      </p:sp>
      <p:sp>
        <p:nvSpPr>
          <p:cNvPr id="3" name="Espace réservé pour une image  2"/>
          <p:cNvSpPr>
            <a:spLocks noGrp="1"/>
          </p:cNvSpPr>
          <p:nvPr>
            <p:ph type="pic" idx="1"/>
          </p:nvPr>
        </p:nvSpPr>
        <p:spPr>
          <a:xfrm>
            <a:off x="228600" y="142476"/>
            <a:ext cx="8686800" cy="3291840"/>
          </a:xfrm>
          <a:prstGeom prst="rect">
            <a:avLst/>
          </a:prstGeom>
          <a:solidFill>
            <a:schemeClr val="bg2"/>
          </a:solidFill>
          <a:ln>
            <a:solidFill>
              <a:schemeClr val="bg1"/>
            </a:solidFill>
          </a:ln>
          <a:effectLst>
            <a:innerShdw blurRad="95250">
              <a:srgbClr val="000000"/>
            </a:innerShdw>
          </a:effectLst>
        </p:spPr>
        <p:txBody>
          <a:bodyPr/>
          <a:lstStyle>
            <a:lvl1pPr marL="0" indent="0">
              <a:buNone/>
              <a:defRPr sz="3200"/>
            </a:lvl1pPr>
            <a:extLst/>
          </a:lstStyle>
          <a:p>
            <a:r>
              <a:rPr kumimoji="0" lang="fr-FR" smtClean="0"/>
              <a:t>Cliquez sur l'icône pour ajouter une image</a:t>
            </a:r>
            <a:endParaRPr kumimoji="0" lang="en-US" dirty="0"/>
          </a:p>
        </p:txBody>
      </p:sp>
      <p:sp>
        <p:nvSpPr>
          <p:cNvPr id="5" name="Espace réservé de la date 4"/>
          <p:cNvSpPr>
            <a:spLocks noGrp="1"/>
          </p:cNvSpPr>
          <p:nvPr>
            <p:ph type="dt" sz="half" idx="10"/>
          </p:nvPr>
        </p:nvSpPr>
        <p:spPr/>
        <p:txBody>
          <a:bodyPr/>
          <a:lstStyle>
            <a:lvl1pPr>
              <a:defRPr>
                <a:solidFill>
                  <a:schemeClr val="tx1"/>
                </a:solidFill>
              </a:defRPr>
            </a:lvl1pPr>
            <a:extLst/>
          </a:lstStyle>
          <a:p>
            <a:fld id="{6901DD82-D536-43B8-86D9-932D8FF0AAD5}" type="datetimeFigureOut">
              <a:rPr lang="fr-FR" smtClean="0"/>
              <a:pPr/>
              <a:t>27/06/2018</a:t>
            </a:fld>
            <a:endParaRPr lang="fr-FR"/>
          </a:p>
        </p:txBody>
      </p:sp>
      <p:sp>
        <p:nvSpPr>
          <p:cNvPr id="6" name="Espace réservé du pied de page 5"/>
          <p:cNvSpPr>
            <a:spLocks noGrp="1"/>
          </p:cNvSpPr>
          <p:nvPr>
            <p:ph type="ftr" sz="quarter" idx="11"/>
          </p:nvPr>
        </p:nvSpPr>
        <p:spPr>
          <a:xfrm>
            <a:off x="4380073" y="4805958"/>
            <a:ext cx="2350681" cy="273844"/>
          </a:xfrm>
        </p:spPr>
        <p:txBody>
          <a:bodyPr/>
          <a:lstStyle>
            <a:lvl1pPr>
              <a:defRPr>
                <a:solidFill>
                  <a:schemeClr val="tx1"/>
                </a:solidFill>
              </a:defRPr>
            </a:lvl1pPr>
            <a:extLst/>
          </a:lstStyle>
          <a:p>
            <a:endParaRPr lang="fr-BE"/>
          </a:p>
        </p:txBody>
      </p:sp>
      <p:sp>
        <p:nvSpPr>
          <p:cNvPr id="7" name="Espace réservé du numéro de diapositive 6"/>
          <p:cNvSpPr>
            <a:spLocks noGrp="1"/>
          </p:cNvSpPr>
          <p:nvPr>
            <p:ph type="sldNum" sz="quarter" idx="12"/>
          </p:nvPr>
        </p:nvSpPr>
        <p:spPr/>
        <p:txBody>
          <a:bodyPr/>
          <a:lstStyle>
            <a:lvl1pPr>
              <a:defRPr>
                <a:solidFill>
                  <a:schemeClr val="tx1"/>
                </a:solidFill>
              </a:defRPr>
            </a:lvl1pPr>
            <a:extLst/>
          </a:lstStyle>
          <a:p>
            <a:fld id="{CF4668DC-857F-487D-BFFA-8C0CA5037977}" type="slidenum">
              <a:rPr lang="fr-BE" smtClean="0"/>
              <a:pPr/>
              <a:t>‹N°›</a:t>
            </a:fld>
            <a:endParaRPr lang="fr-BE"/>
          </a:p>
        </p:txBody>
      </p:sp>
      <p:sp>
        <p:nvSpPr>
          <p:cNvPr id="2" name="Titre 1"/>
          <p:cNvSpPr>
            <a:spLocks noGrp="1"/>
          </p:cNvSpPr>
          <p:nvPr>
            <p:ph type="title"/>
          </p:nvPr>
        </p:nvSpPr>
        <p:spPr>
          <a:xfrm>
            <a:off x="228600" y="3648842"/>
            <a:ext cx="8075432" cy="422004"/>
          </a:xfrm>
          <a:noFill/>
        </p:spPr>
        <p:txBody>
          <a:bodyPr anchor="t">
            <a:sp3d prstMaterial="softEdge"/>
          </a:bodyPr>
          <a:lstStyle>
            <a:lvl1pPr marR="0" algn="r">
              <a:buNone/>
              <a:defRPr sz="3000" b="0">
                <a:solidFill>
                  <a:schemeClr val="accent1"/>
                </a:solidFill>
                <a:effectLst>
                  <a:outerShdw blurRad="50800" dist="25000" dir="5400000" algn="t" rotWithShape="0">
                    <a:prstClr val="black">
                      <a:alpha val="45000"/>
                    </a:prstClr>
                  </a:outerShdw>
                </a:effectLst>
              </a:defRPr>
            </a:lvl1pPr>
            <a:extLst/>
          </a:lstStyle>
          <a:p>
            <a:r>
              <a:rPr kumimoji="0" lang="fr-FR" smtClean="0"/>
              <a:t>Cliquez pour modifier le style du titre</a:t>
            </a:r>
            <a:endParaRPr kumimoji="0" lang="en-US"/>
          </a:p>
        </p:txBody>
      </p:sp>
      <p:sp>
        <p:nvSpPr>
          <p:cNvPr id="8" name="Forme libre 7"/>
          <p:cNvSpPr>
            <a:spLocks/>
          </p:cNvSpPr>
          <p:nvPr/>
        </p:nvSpPr>
        <p:spPr bwMode="auto">
          <a:xfrm>
            <a:off x="716437" y="3751495"/>
            <a:ext cx="3802003" cy="1082333"/>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329" y="347"/>
                </a:moveTo>
                <a:lnTo>
                  <a:pt x="7156" y="682"/>
                </a:lnTo>
                <a:lnTo>
                  <a:pt x="5229" y="682"/>
                </a:lnTo>
                <a:lnTo>
                  <a:pt x="-328" y="345"/>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9" name="Forme libre 8"/>
          <p:cNvSpPr>
            <a:spLocks/>
          </p:cNvSpPr>
          <p:nvPr/>
        </p:nvSpPr>
        <p:spPr bwMode="auto">
          <a:xfrm>
            <a:off x="-53561" y="4338767"/>
            <a:ext cx="3802003" cy="6286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817" y="97"/>
                </a:moveTo>
                <a:lnTo>
                  <a:pt x="6408" y="682"/>
                </a:lnTo>
                <a:lnTo>
                  <a:pt x="5232" y="685"/>
                </a:lnTo>
                <a:lnTo>
                  <a:pt x="829" y="101"/>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0" name="Triangle rectangle 9"/>
          <p:cNvSpPr>
            <a:spLocks/>
          </p:cNvSpPr>
          <p:nvPr/>
        </p:nvSpPr>
        <p:spPr bwMode="auto">
          <a:xfrm>
            <a:off x="-6042" y="4343440"/>
            <a:ext cx="3402314" cy="810651"/>
          </a:xfrm>
          <a:prstGeom prst="rtTriangle">
            <a:avLst/>
          </a:pr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1" name="Connecteur droit 10"/>
          <p:cNvCxnSpPr/>
          <p:nvPr/>
        </p:nvCxnSpPr>
        <p:spPr>
          <a:xfrm>
            <a:off x="-9237" y="4340804"/>
            <a:ext cx="3405509" cy="813287"/>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12" name="Chevron 11"/>
          <p:cNvSpPr/>
          <p:nvPr/>
        </p:nvSpPr>
        <p:spPr>
          <a:xfrm>
            <a:off x="8664112" y="3741330"/>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13" name="Chevron 12"/>
          <p:cNvSpPr/>
          <p:nvPr/>
        </p:nvSpPr>
        <p:spPr>
          <a:xfrm>
            <a:off x="8477696" y="3741330"/>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extLst/>
          </a:lstStyle>
          <a:p>
            <a:r>
              <a:rPr kumimoji="0" lang="fr-FR" smtClean="0"/>
              <a:t>Cliquez pour modifier le style du titre</a:t>
            </a:r>
            <a:endParaRPr kumimoji="0" lang="en-US"/>
          </a:p>
        </p:txBody>
      </p:sp>
      <p:sp>
        <p:nvSpPr>
          <p:cNvPr id="3" name="Espace réservé du texte vertical 2"/>
          <p:cNvSpPr>
            <a:spLocks noGrp="1"/>
          </p:cNvSpPr>
          <p:nvPr>
            <p:ph type="body" orient="vert" idx="1"/>
          </p:nvPr>
        </p:nvSpPr>
        <p:spPr>
          <a:xfrm>
            <a:off x="457200" y="1110997"/>
            <a:ext cx="8229600" cy="3289553"/>
          </a:xfrm>
        </p:spPr>
        <p:txBody>
          <a:bodyPr vert="eaVert"/>
          <a:lstStyle>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4" name="Espace réservé de la date 3"/>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5" name="Espace réservé du pied de page 4"/>
          <p:cNvSpPr>
            <a:spLocks noGrp="1"/>
          </p:cNvSpPr>
          <p:nvPr>
            <p:ph type="ftr" sz="quarter" idx="11"/>
          </p:nvPr>
        </p:nvSpPr>
        <p:spPr/>
        <p:txBody>
          <a:bodyPr/>
          <a:lstStyle>
            <a:extLst/>
          </a:lstStyle>
          <a:p>
            <a:endParaRPr lang="fr-BE"/>
          </a:p>
        </p:txBody>
      </p:sp>
      <p:sp>
        <p:nvSpPr>
          <p:cNvPr id="6" name="Espace réservé du numéro de diapositive 5"/>
          <p:cNvSpPr>
            <a:spLocks noGrp="1"/>
          </p:cNvSpPr>
          <p:nvPr>
            <p:ph type="sldNum" sz="quarter" idx="12"/>
          </p:nvPr>
        </p:nvSpPr>
        <p:spPr/>
        <p:txBody>
          <a:bodyPr/>
          <a:lstStyle>
            <a:extLst/>
          </a:lstStyle>
          <a:p>
            <a:fld id="{CF4668DC-857F-487D-BFFA-8C0CA5037977}" type="slidenum">
              <a:rPr lang="fr-BE" smtClean="0"/>
              <a:pPr/>
              <a:t>‹N°›</a:t>
            </a:fld>
            <a:endParaRPr lang="fr-B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844013" y="205980"/>
            <a:ext cx="1777470" cy="4194571"/>
          </a:xfrm>
        </p:spPr>
        <p:txBody>
          <a:bodyPr vert="eaVert"/>
          <a:lstStyle>
            <a:extLst/>
          </a:lstStyle>
          <a:p>
            <a:r>
              <a:rPr kumimoji="0" lang="fr-FR" smtClean="0"/>
              <a:t>Cliquez pour modifier le style du titre</a:t>
            </a:r>
            <a:endParaRPr kumimoji="0" lang="en-US"/>
          </a:p>
        </p:txBody>
      </p:sp>
      <p:sp>
        <p:nvSpPr>
          <p:cNvPr id="3" name="Espace réservé du texte vertical 2"/>
          <p:cNvSpPr>
            <a:spLocks noGrp="1"/>
          </p:cNvSpPr>
          <p:nvPr>
            <p:ph type="body" orient="vert" idx="1"/>
          </p:nvPr>
        </p:nvSpPr>
        <p:spPr>
          <a:xfrm>
            <a:off x="457200" y="205981"/>
            <a:ext cx="6324600" cy="4194570"/>
          </a:xfrm>
        </p:spPr>
        <p:txBody>
          <a:bodyPr vert="eaVert"/>
          <a:lstStyle>
            <a:extLs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4" name="Espace réservé de la date 3"/>
          <p:cNvSpPr>
            <a:spLocks noGrp="1"/>
          </p:cNvSpPr>
          <p:nvPr>
            <p:ph type="dt" sz="half" idx="10"/>
          </p:nvPr>
        </p:nvSpPr>
        <p:spPr/>
        <p:txBody>
          <a:bodyPr/>
          <a:lstStyle>
            <a:extLst/>
          </a:lstStyle>
          <a:p>
            <a:fld id="{6901DD82-D536-43B8-86D9-932D8FF0AAD5}" type="datetimeFigureOut">
              <a:rPr lang="fr-FR" smtClean="0"/>
              <a:pPr/>
              <a:t>27/06/2018</a:t>
            </a:fld>
            <a:endParaRPr lang="fr-FR"/>
          </a:p>
        </p:txBody>
      </p:sp>
      <p:sp>
        <p:nvSpPr>
          <p:cNvPr id="5" name="Espace réservé du pied de page 4"/>
          <p:cNvSpPr>
            <a:spLocks noGrp="1"/>
          </p:cNvSpPr>
          <p:nvPr>
            <p:ph type="ftr" sz="quarter" idx="11"/>
          </p:nvPr>
        </p:nvSpPr>
        <p:spPr/>
        <p:txBody>
          <a:bodyPr/>
          <a:lstStyle>
            <a:extLst/>
          </a:lstStyle>
          <a:p>
            <a:endParaRPr lang="fr-BE"/>
          </a:p>
        </p:txBody>
      </p:sp>
      <p:sp>
        <p:nvSpPr>
          <p:cNvPr id="6" name="Espace réservé du numéro de diapositive 5"/>
          <p:cNvSpPr>
            <a:spLocks noGrp="1"/>
          </p:cNvSpPr>
          <p:nvPr>
            <p:ph type="sldNum" sz="quarter" idx="12"/>
          </p:nvPr>
        </p:nvSpPr>
        <p:spPr/>
        <p:txBody>
          <a:bodyPr/>
          <a:lstStyle>
            <a:extLst/>
          </a:lstStyle>
          <a:p>
            <a:fld id="{CF4668DC-857F-487D-BFFA-8C0CA5037977}" type="slidenum">
              <a:rPr lang="fr-BE" smtClean="0"/>
              <a:pPr/>
              <a:t>‹N°›</a:t>
            </a:fld>
            <a:endParaRPr lang="fr-BE"/>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Forme libre 12"/>
          <p:cNvSpPr>
            <a:spLocks/>
          </p:cNvSpPr>
          <p:nvPr/>
        </p:nvSpPr>
        <p:spPr bwMode="auto">
          <a:xfrm>
            <a:off x="716437" y="3751495"/>
            <a:ext cx="3802003" cy="1082333"/>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329" y="347"/>
                </a:moveTo>
                <a:lnTo>
                  <a:pt x="7156" y="682"/>
                </a:lnTo>
                <a:lnTo>
                  <a:pt x="5229" y="682"/>
                </a:lnTo>
                <a:lnTo>
                  <a:pt x="-328" y="345"/>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2" name="Forme libre 11"/>
          <p:cNvSpPr>
            <a:spLocks/>
          </p:cNvSpPr>
          <p:nvPr/>
        </p:nvSpPr>
        <p:spPr bwMode="auto">
          <a:xfrm>
            <a:off x="-53561" y="4338767"/>
            <a:ext cx="3802003" cy="6286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817" y="97"/>
                </a:moveTo>
                <a:lnTo>
                  <a:pt x="6408" y="682"/>
                </a:lnTo>
                <a:lnTo>
                  <a:pt x="5232" y="685"/>
                </a:lnTo>
                <a:lnTo>
                  <a:pt x="829" y="101"/>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4" name="Triangle rectangle 13"/>
          <p:cNvSpPr>
            <a:spLocks/>
          </p:cNvSpPr>
          <p:nvPr/>
        </p:nvSpPr>
        <p:spPr bwMode="auto">
          <a:xfrm>
            <a:off x="-6042" y="4343440"/>
            <a:ext cx="3402314" cy="810651"/>
          </a:xfrm>
          <a:prstGeom prst="rtTriangle">
            <a:avLst/>
          </a:prstGeom>
          <a:blipFill>
            <a:blip r:embed="rId13">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5" name="Connecteur droit 14"/>
          <p:cNvCxnSpPr/>
          <p:nvPr/>
        </p:nvCxnSpPr>
        <p:spPr>
          <a:xfrm>
            <a:off x="-9237" y="4340804"/>
            <a:ext cx="3405509" cy="813287"/>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9" name="Espace réservé du titre 8"/>
          <p:cNvSpPr>
            <a:spLocks noGrp="1"/>
          </p:cNvSpPr>
          <p:nvPr>
            <p:ph type="title"/>
          </p:nvPr>
        </p:nvSpPr>
        <p:spPr>
          <a:xfrm>
            <a:off x="457200" y="205979"/>
            <a:ext cx="8229600" cy="857250"/>
          </a:xfrm>
          <a:prstGeom prst="rect">
            <a:avLst/>
          </a:prstGeom>
        </p:spPr>
        <p:txBody>
          <a:bodyPr vert="horz" anchor="ctr">
            <a:normAutofit/>
            <a:scene3d>
              <a:camera prst="orthographicFront"/>
              <a:lightRig rig="soft" dir="t"/>
            </a:scene3d>
            <a:sp3d prstMaterial="softEdge">
              <a:bevelT w="25400" h="25400"/>
            </a:sp3d>
          </a:bodyPr>
          <a:lstStyle>
            <a:extLst/>
          </a:lstStyle>
          <a:p>
            <a:r>
              <a:rPr kumimoji="0" lang="fr-FR" smtClean="0"/>
              <a:t>Cliquez pour modifier le style du titre</a:t>
            </a:r>
            <a:endParaRPr kumimoji="0" lang="en-US"/>
          </a:p>
        </p:txBody>
      </p:sp>
      <p:sp>
        <p:nvSpPr>
          <p:cNvPr id="30" name="Espace réservé du texte 29"/>
          <p:cNvSpPr>
            <a:spLocks noGrp="1"/>
          </p:cNvSpPr>
          <p:nvPr>
            <p:ph type="body" idx="1"/>
          </p:nvPr>
        </p:nvSpPr>
        <p:spPr>
          <a:xfrm>
            <a:off x="457200" y="1110997"/>
            <a:ext cx="8229600" cy="3394472"/>
          </a:xfrm>
          <a:prstGeom prst="rect">
            <a:avLst/>
          </a:prstGeom>
        </p:spPr>
        <p:txBody>
          <a:bodyPr vert="horz">
            <a:normAutofit/>
          </a:bodyPr>
          <a:lstStyle>
            <a:extLst/>
          </a:lstStyle>
          <a:p>
            <a:pPr lvl="0" eaLnBrk="1" latinLnBrk="0" hangingPunct="1"/>
            <a:r>
              <a:rPr kumimoji="0" lang="fr-FR" smtClean="0"/>
              <a:t>Cliquez pour modifier les styles du texte du masque</a:t>
            </a:r>
          </a:p>
          <a:p>
            <a:pPr lvl="1" eaLnBrk="1" latinLnBrk="0" hangingPunct="1"/>
            <a:r>
              <a:rPr kumimoji="0" lang="fr-FR" smtClean="0"/>
              <a:t>Deuxième niveau</a:t>
            </a:r>
          </a:p>
          <a:p>
            <a:pPr lvl="2" eaLnBrk="1" latinLnBrk="0" hangingPunct="1"/>
            <a:r>
              <a:rPr kumimoji="0" lang="fr-FR" smtClean="0"/>
              <a:t>Troisième niveau</a:t>
            </a:r>
          </a:p>
          <a:p>
            <a:pPr lvl="3" eaLnBrk="1" latinLnBrk="0" hangingPunct="1"/>
            <a:r>
              <a:rPr kumimoji="0" lang="fr-FR" smtClean="0"/>
              <a:t>Quatrième niveau</a:t>
            </a:r>
          </a:p>
          <a:p>
            <a:pPr lvl="4" eaLnBrk="1" latinLnBrk="0" hangingPunct="1"/>
            <a:r>
              <a:rPr kumimoji="0" lang="fr-FR" smtClean="0"/>
              <a:t>Cinquième niveau</a:t>
            </a:r>
            <a:endParaRPr kumimoji="0" lang="en-US"/>
          </a:p>
        </p:txBody>
      </p:sp>
      <p:sp>
        <p:nvSpPr>
          <p:cNvPr id="10" name="Espace réservé de la date 9"/>
          <p:cNvSpPr>
            <a:spLocks noGrp="1"/>
          </p:cNvSpPr>
          <p:nvPr>
            <p:ph type="dt" sz="half" idx="2"/>
          </p:nvPr>
        </p:nvSpPr>
        <p:spPr>
          <a:xfrm>
            <a:off x="6727032" y="4805958"/>
            <a:ext cx="1920240" cy="274320"/>
          </a:xfrm>
          <a:prstGeom prst="rect">
            <a:avLst/>
          </a:prstGeom>
        </p:spPr>
        <p:txBody>
          <a:bodyPr vert="horz" anchor="b"/>
          <a:lstStyle>
            <a:lvl1pPr algn="l" eaLnBrk="1" latinLnBrk="0" hangingPunct="1">
              <a:defRPr kumimoji="0" sz="1000">
                <a:solidFill>
                  <a:schemeClr val="tx1"/>
                </a:solidFill>
              </a:defRPr>
            </a:lvl1pPr>
            <a:extLst/>
          </a:lstStyle>
          <a:p>
            <a:fld id="{6901DD82-D536-43B8-86D9-932D8FF0AAD5}" type="datetimeFigureOut">
              <a:rPr lang="fr-FR" smtClean="0"/>
              <a:pPr/>
              <a:t>27/06/2018</a:t>
            </a:fld>
            <a:endParaRPr lang="fr-FR"/>
          </a:p>
        </p:txBody>
      </p:sp>
      <p:sp>
        <p:nvSpPr>
          <p:cNvPr id="22" name="Espace réservé du pied de page 21"/>
          <p:cNvSpPr>
            <a:spLocks noGrp="1"/>
          </p:cNvSpPr>
          <p:nvPr>
            <p:ph type="ftr" sz="quarter" idx="3"/>
          </p:nvPr>
        </p:nvSpPr>
        <p:spPr>
          <a:xfrm>
            <a:off x="4380073" y="4805958"/>
            <a:ext cx="2350681" cy="273844"/>
          </a:xfrm>
          <a:prstGeom prst="rect">
            <a:avLst/>
          </a:prstGeom>
        </p:spPr>
        <p:txBody>
          <a:bodyPr vert="horz" anchor="b"/>
          <a:lstStyle>
            <a:lvl1pPr algn="r" eaLnBrk="1" latinLnBrk="0" hangingPunct="1">
              <a:defRPr kumimoji="0" sz="1000">
                <a:solidFill>
                  <a:schemeClr val="tx1"/>
                </a:solidFill>
              </a:defRPr>
            </a:lvl1pPr>
            <a:extLst/>
          </a:lstStyle>
          <a:p>
            <a:endParaRPr lang="fr-BE" dirty="0"/>
          </a:p>
        </p:txBody>
      </p:sp>
      <p:sp>
        <p:nvSpPr>
          <p:cNvPr id="18" name="Espace réservé du numéro de diapositive 17"/>
          <p:cNvSpPr>
            <a:spLocks noGrp="1"/>
          </p:cNvSpPr>
          <p:nvPr>
            <p:ph type="sldNum" sz="quarter" idx="4"/>
          </p:nvPr>
        </p:nvSpPr>
        <p:spPr>
          <a:xfrm>
            <a:off x="8647272" y="4805958"/>
            <a:ext cx="365760" cy="273844"/>
          </a:xfrm>
          <a:prstGeom prst="rect">
            <a:avLst/>
          </a:prstGeom>
        </p:spPr>
        <p:txBody>
          <a:bodyPr vert="horz" anchor="b"/>
          <a:lstStyle>
            <a:lvl1pPr algn="r" eaLnBrk="1" latinLnBrk="0" hangingPunct="1">
              <a:defRPr kumimoji="0" sz="1000" b="0">
                <a:solidFill>
                  <a:schemeClr val="tx1"/>
                </a:solidFill>
              </a:defRPr>
            </a:lvl1pPr>
            <a:extLst/>
          </a:lstStyle>
          <a:p>
            <a:fld id="{CF4668DC-857F-487D-BFFA-8C0CA5037977}" type="slidenum">
              <a:rPr lang="fr-BE" smtClean="0"/>
              <a:pPr/>
              <a:t>‹N°›</a:t>
            </a:fld>
            <a:endParaRPr lang="fr-BE" dirty="0"/>
          </a:p>
        </p:txBody>
      </p:sp>
    </p:spTree>
  </p:cSld>
  <p:clrMap bg1="lt1" tx1="dk1" bg2="lt2" tx2="dk2" accent1="accent1" accent2="accent2" accent3="accent3" accent4="accent4" accent5="accent5" accent6="accent6" hlink="hlink" folHlink="folHlink"/>
  <p:sldLayoutIdLst>
    <p:sldLayoutId id="2147484214" r:id="rId1"/>
    <p:sldLayoutId id="2147484215" r:id="rId2"/>
    <p:sldLayoutId id="2147484216" r:id="rId3"/>
    <p:sldLayoutId id="2147484217" r:id="rId4"/>
    <p:sldLayoutId id="2147484218" r:id="rId5"/>
    <p:sldLayoutId id="2147484219" r:id="rId6"/>
    <p:sldLayoutId id="2147484220" r:id="rId7"/>
    <p:sldLayoutId id="2147484221" r:id="rId8"/>
    <p:sldLayoutId id="2147484222" r:id="rId9"/>
    <p:sldLayoutId id="2147484223" r:id="rId10"/>
    <p:sldLayoutId id="2147484224" r:id="rId11"/>
  </p:sldLayoutIdLst>
  <p:hf hdr="0" ftr="0" dt="0"/>
  <p:txStyles>
    <p:titleStyle>
      <a:lvl1pPr algn="l" rtl="0" eaLnBrk="1" latinLnBrk="0" hangingPunct="1">
        <a:spcBef>
          <a:spcPct val="0"/>
        </a:spcBef>
        <a:buNone/>
        <a:defRPr kumimoji="0" sz="4100" b="1" kern="1200">
          <a:solidFill>
            <a:schemeClr val="tx2"/>
          </a:solidFill>
          <a:effectLst>
            <a:outerShdw blurRad="31750" dist="25400" dir="5400000" algn="tl" rotWithShape="0">
              <a:srgbClr val="000000">
                <a:alpha val="25000"/>
              </a:srgbClr>
            </a:outerShdw>
          </a:effectLst>
          <a:latin typeface="+mj-lt"/>
          <a:ea typeface="+mj-ea"/>
          <a:cs typeface="+mj-cs"/>
        </a:defRPr>
      </a:lvl1pPr>
      <a:extLst/>
    </p:titleStyle>
    <p:bodyStyle>
      <a:lvl1pPr marL="365760" indent="-256032" algn="l" rtl="0" eaLnBrk="1" latinLnBrk="0" hangingPunct="1">
        <a:spcBef>
          <a:spcPts val="400"/>
        </a:spcBef>
        <a:spcAft>
          <a:spcPts val="0"/>
        </a:spcAft>
        <a:buClr>
          <a:schemeClr val="accent1"/>
        </a:buClr>
        <a:buSzPct val="68000"/>
        <a:buFont typeface="Wingdings 3"/>
        <a:buChar char=""/>
        <a:defRPr kumimoji="0" sz="2700" kern="1200">
          <a:solidFill>
            <a:schemeClr val="tx1"/>
          </a:solidFill>
          <a:latin typeface="+mn-lt"/>
          <a:ea typeface="+mn-ea"/>
          <a:cs typeface="+mn-cs"/>
        </a:defRPr>
      </a:lvl1pPr>
      <a:lvl2pPr marL="621792" indent="-228600" algn="l" rtl="0" eaLnBrk="1" latinLnBrk="0" hangingPunct="1">
        <a:spcBef>
          <a:spcPts val="324"/>
        </a:spcBef>
        <a:buClr>
          <a:schemeClr val="accent1"/>
        </a:buClr>
        <a:buFont typeface="Verdana"/>
        <a:buChar char="◦"/>
        <a:defRPr kumimoji="0" sz="2300" kern="1200">
          <a:solidFill>
            <a:schemeClr val="tx1"/>
          </a:solidFill>
          <a:latin typeface="+mn-lt"/>
          <a:ea typeface="+mn-ea"/>
          <a:cs typeface="+mn-cs"/>
        </a:defRPr>
      </a:lvl2pPr>
      <a:lvl3pPr marL="859536" indent="-228600" algn="l" rtl="0" eaLnBrk="1" latinLnBrk="0" hangingPunct="1">
        <a:spcBef>
          <a:spcPts val="350"/>
        </a:spcBef>
        <a:buClr>
          <a:schemeClr val="accent2"/>
        </a:buClr>
        <a:buSzPct val="100000"/>
        <a:buFont typeface="Wingdings 2"/>
        <a:buChar char=""/>
        <a:defRPr kumimoji="0" sz="2100" kern="1200">
          <a:solidFill>
            <a:schemeClr val="tx1"/>
          </a:solidFill>
          <a:latin typeface="+mn-lt"/>
          <a:ea typeface="+mn-ea"/>
          <a:cs typeface="+mn-cs"/>
        </a:defRPr>
      </a:lvl3pPr>
      <a:lvl4pPr marL="1143000" indent="-228600" algn="l" rtl="0" eaLnBrk="1" latinLnBrk="0" hangingPunct="1">
        <a:spcBef>
          <a:spcPts val="350"/>
        </a:spcBef>
        <a:buClr>
          <a:schemeClr val="accent2"/>
        </a:buClr>
        <a:buFont typeface="Wingdings 2"/>
        <a:buChar char=""/>
        <a:defRPr kumimoji="0" sz="1900" kern="1200">
          <a:solidFill>
            <a:schemeClr val="tx1"/>
          </a:solidFill>
          <a:latin typeface="+mn-lt"/>
          <a:ea typeface="+mn-ea"/>
          <a:cs typeface="+mn-cs"/>
        </a:defRPr>
      </a:lvl4pPr>
      <a:lvl5pPr marL="1371600" indent="-228600" algn="l" rtl="0" eaLnBrk="1" latinLnBrk="0" hangingPunct="1">
        <a:spcBef>
          <a:spcPts val="350"/>
        </a:spcBef>
        <a:buClr>
          <a:schemeClr val="accent2"/>
        </a:buClr>
        <a:buFont typeface="Wingdings 2"/>
        <a:buChar char=""/>
        <a:defRPr kumimoji="0" sz="1800" kern="1200">
          <a:solidFill>
            <a:schemeClr val="tx1"/>
          </a:solidFill>
          <a:latin typeface="+mn-lt"/>
          <a:ea typeface="+mn-ea"/>
          <a:cs typeface="+mn-cs"/>
        </a:defRPr>
      </a:lvl5pPr>
      <a:lvl6pPr marL="1600200" indent="-228600" algn="l" rtl="0" eaLnBrk="1" latinLnBrk="0" hangingPunct="1">
        <a:spcBef>
          <a:spcPts val="350"/>
        </a:spcBef>
        <a:buClr>
          <a:schemeClr val="accent3"/>
        </a:buClr>
        <a:buFont typeface="Wingdings 2"/>
        <a:buChar char=""/>
        <a:defRPr kumimoji="0" sz="1800" kern="1200">
          <a:solidFill>
            <a:schemeClr val="tx1"/>
          </a:solidFill>
          <a:latin typeface="+mn-lt"/>
          <a:ea typeface="+mn-ea"/>
          <a:cs typeface="+mn-cs"/>
        </a:defRPr>
      </a:lvl6pPr>
      <a:lvl7pPr marL="18288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7pPr>
      <a:lvl8pPr marL="20574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8pPr>
      <a:lvl9pPr marL="2286000" indent="-228600" algn="l" rtl="0" eaLnBrk="1" latinLnBrk="0" hangingPunct="1">
        <a:spcBef>
          <a:spcPts val="350"/>
        </a:spcBef>
        <a:buClr>
          <a:schemeClr val="accent3"/>
        </a:buClr>
        <a:buFont typeface="Wingdings 2"/>
        <a:buChar char=""/>
        <a:defRPr kumimoji="0" sz="16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3.xml"/><Relationship Id="rId7" Type="http://schemas.openxmlformats.org/officeDocument/2006/relationships/image" Target="../media/image3.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2.png"/><Relationship Id="rId5" Type="http://schemas.openxmlformats.org/officeDocument/2006/relationships/slideLayout" Target="../slideLayouts/slideLayout1.xml"/><Relationship Id="rId4" Type="http://schemas.openxmlformats.org/officeDocument/2006/relationships/tags" Target="../tags/tag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7.png"/><Relationship Id="rId7" Type="http://schemas.openxmlformats.org/officeDocument/2006/relationships/diagramColors" Target="../diagrams/colors2.xml"/><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0" y="1357304"/>
            <a:ext cx="7058020" cy="1372321"/>
          </a:xfrm>
        </p:spPr>
        <p:txBody>
          <a:bodyPr>
            <a:normAutofit fontScale="90000"/>
          </a:bodyPr>
          <a:lstStyle/>
          <a:p>
            <a:r>
              <a:rPr lang="fr-FR" b="1" cap="small" dirty="0" smtClean="0">
                <a:solidFill>
                  <a:schemeClr val="tx1"/>
                </a:solidFill>
              </a:rPr>
              <a:t>Étude comparative de construction d'une application distribuée avec RMI et JCSP net</a:t>
            </a:r>
            <a:endParaRPr lang="fr-FR" dirty="0">
              <a:solidFill>
                <a:schemeClr val="tx1"/>
              </a:solidFill>
            </a:endParaRPr>
          </a:p>
        </p:txBody>
      </p:sp>
      <p:sp>
        <p:nvSpPr>
          <p:cNvPr id="3" name="Sous-titre 2"/>
          <p:cNvSpPr>
            <a:spLocks noGrp="1"/>
          </p:cNvSpPr>
          <p:nvPr>
            <p:ph type="subTitle" idx="1"/>
          </p:nvPr>
        </p:nvSpPr>
        <p:spPr/>
        <p:txBody>
          <a:bodyPr/>
          <a:lstStyle/>
          <a:p>
            <a:endParaRPr lang="fr-FR" dirty="0"/>
          </a:p>
        </p:txBody>
      </p:sp>
      <p:pic>
        <p:nvPicPr>
          <p:cNvPr id="4" name="Image 3"/>
          <p:cNvPicPr>
            <a:picLocks noChangeAspect="1"/>
          </p:cNvPicPr>
          <p:nvPr>
            <p:custDataLst>
              <p:tags r:id="rId1"/>
            </p:custDataLst>
          </p:nvPr>
        </p:nvPicPr>
        <p:blipFill>
          <a:blip r:embed="rId6" cstate="print">
            <a:extLst>
              <a:ext uri="{28A0092B-C50C-407E-A947-70E740481C1C}">
                <a14:useLocalDpi xmlns:a14="http://schemas.microsoft.com/office/drawing/2010/main" xmlns="" val="0"/>
              </a:ext>
            </a:extLst>
          </a:blip>
          <a:stretch>
            <a:fillRect/>
          </a:stretch>
        </p:blipFill>
        <p:spPr>
          <a:xfrm>
            <a:off x="134643" y="216932"/>
            <a:ext cx="1229448" cy="968069"/>
          </a:xfrm>
          <a:prstGeom prst="rect">
            <a:avLst/>
          </a:prstGeom>
        </p:spPr>
      </p:pic>
      <p:pic>
        <p:nvPicPr>
          <p:cNvPr id="5" name="Image 4"/>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7236295" y="300549"/>
            <a:ext cx="1791971" cy="801435"/>
          </a:xfrm>
          <a:prstGeom prst="rect">
            <a:avLst/>
          </a:prstGeom>
        </p:spPr>
      </p:pic>
      <p:sp>
        <p:nvSpPr>
          <p:cNvPr id="6" name="Rectangle 3"/>
          <p:cNvSpPr>
            <a:spLocks noChangeArrowheads="1"/>
          </p:cNvSpPr>
          <p:nvPr>
            <p:custDataLst>
              <p:tags r:id="rId3"/>
            </p:custDataLst>
          </p:nvPr>
        </p:nvSpPr>
        <p:spPr bwMode="auto">
          <a:xfrm>
            <a:off x="6203653" y="3939803"/>
            <a:ext cx="2688557" cy="923330"/>
          </a:xfrm>
          <a:prstGeom prst="rect">
            <a:avLst/>
          </a:prstGeom>
          <a:noFill/>
          <a:ln w="9525">
            <a:noFill/>
            <a:miter lim="800000"/>
            <a:headEnd/>
            <a:tailEnd/>
          </a:ln>
        </p:spPr>
        <p:txBody>
          <a:bodyPr wrap="none">
            <a:prstTxWarp prst="textNoShape">
              <a:avLst/>
            </a:prstTxWarp>
            <a:spAutoFit/>
          </a:bodyPr>
          <a:lstStyle/>
          <a:p>
            <a:r>
              <a:rPr lang="fr-FR" b="1" dirty="0" smtClean="0">
                <a:solidFill>
                  <a:schemeClr val="bg1"/>
                </a:solidFill>
              </a:rPr>
              <a:t>Encadré par :</a:t>
            </a:r>
            <a:endParaRPr lang="fr-FR" dirty="0" smtClean="0">
              <a:solidFill>
                <a:schemeClr val="bg1"/>
              </a:solidFill>
            </a:endParaRPr>
          </a:p>
          <a:p>
            <a:r>
              <a:rPr lang="fr-FR" b="1" dirty="0" smtClean="0">
                <a:solidFill>
                  <a:schemeClr val="bg1"/>
                </a:solidFill>
              </a:rPr>
              <a:t>Dr BENOUHIBA Toufik.</a:t>
            </a:r>
            <a:endParaRPr lang="fr-FR" dirty="0" smtClean="0">
              <a:solidFill>
                <a:schemeClr val="bg1"/>
              </a:solidFill>
            </a:endParaRPr>
          </a:p>
          <a:p>
            <a:r>
              <a:rPr lang="fr-FR" b="1" dirty="0" smtClean="0">
                <a:solidFill>
                  <a:schemeClr val="bg1"/>
                </a:solidFill>
              </a:rPr>
              <a:t>Mr TRIMA Moncef.</a:t>
            </a:r>
            <a:endParaRPr lang="fr-FR" dirty="0">
              <a:solidFill>
                <a:schemeClr val="bg1"/>
              </a:solidFill>
            </a:endParaRPr>
          </a:p>
        </p:txBody>
      </p:sp>
      <p:sp>
        <p:nvSpPr>
          <p:cNvPr id="7" name="Rectangle 3"/>
          <p:cNvSpPr>
            <a:spLocks noChangeArrowheads="1"/>
          </p:cNvSpPr>
          <p:nvPr>
            <p:custDataLst>
              <p:tags r:id="rId4"/>
            </p:custDataLst>
          </p:nvPr>
        </p:nvSpPr>
        <p:spPr bwMode="auto">
          <a:xfrm>
            <a:off x="714348" y="3929072"/>
            <a:ext cx="2376264" cy="767582"/>
          </a:xfrm>
          <a:prstGeom prst="rect">
            <a:avLst/>
          </a:prstGeom>
          <a:noFill/>
          <a:ln w="9525">
            <a:noFill/>
            <a:miter lim="800000"/>
            <a:headEnd/>
            <a:tailEnd/>
          </a:ln>
        </p:spPr>
        <p:txBody>
          <a:bodyPr wrap="square" anchor="ctr" anchorCtr="0">
            <a:prstTxWarp prst="textNoShape">
              <a:avLst/>
            </a:prstTxWarp>
            <a:spAutoFit/>
          </a:bodyPr>
          <a:lstStyle/>
          <a:p>
            <a:r>
              <a:rPr lang="fr-FR" sz="1800" b="1" dirty="0">
                <a:ln w="3175">
                  <a:noFill/>
                </a:ln>
                <a:solidFill>
                  <a:schemeClr val="bg1"/>
                </a:solidFill>
                <a:latin typeface="Gill Sans MT" panose="020B0502020104020203" pitchFamily="34" charset="0"/>
                <a:ea typeface="Verdana" panose="020B0604030504040204" pitchFamily="34" charset="0"/>
                <a:cs typeface="Mangal" panose="02040503050203030202" pitchFamily="18" charset="0"/>
              </a:rPr>
              <a:t>Préparé par : </a:t>
            </a:r>
          </a:p>
          <a:p>
            <a:endParaRPr lang="fr-FR" sz="788" b="1" dirty="0">
              <a:ln w="3175">
                <a:noFill/>
              </a:ln>
              <a:solidFill>
                <a:schemeClr val="bg1"/>
              </a:solidFill>
              <a:latin typeface="Gill Sans MT" panose="020B0502020104020203" pitchFamily="34" charset="0"/>
              <a:ea typeface="Verdana" panose="020B0604030504040204" pitchFamily="34" charset="0"/>
              <a:cs typeface="Mangal" panose="02040503050203030202" pitchFamily="18" charset="0"/>
            </a:endParaRPr>
          </a:p>
          <a:p>
            <a:pPr marL="139304" indent="-139304">
              <a:buFont typeface="Wingdings" panose="05000000000000000000" pitchFamily="2" charset="2"/>
              <a:buChar char="§"/>
            </a:pPr>
            <a:r>
              <a:rPr lang="fr-FR" dirty="0">
                <a:ln w="3175">
                  <a:noFill/>
                </a:ln>
                <a:solidFill>
                  <a:schemeClr val="bg1"/>
                </a:solidFill>
                <a:latin typeface="Gill Sans MT" panose="020B0502020104020203" pitchFamily="34" charset="0"/>
                <a:ea typeface="Verdana" panose="020B0604030504040204" pitchFamily="34" charset="0"/>
                <a:cs typeface="Mangal" panose="02040503050203030202" pitchFamily="18" charset="0"/>
              </a:rPr>
              <a:t>Mr. </a:t>
            </a:r>
            <a:r>
              <a:rPr lang="fr-FR" dirty="0" smtClean="0">
                <a:ln w="3175">
                  <a:noFill/>
                </a:ln>
                <a:solidFill>
                  <a:schemeClr val="bg1"/>
                </a:solidFill>
                <a:latin typeface="Gill Sans MT" panose="020B0502020104020203" pitchFamily="34" charset="0"/>
                <a:ea typeface="Verdana" panose="020B0604030504040204" pitchFamily="34" charset="0"/>
                <a:cs typeface="Mangal" panose="02040503050203030202" pitchFamily="18" charset="0"/>
              </a:rPr>
              <a:t> RAHIM Soufiane</a:t>
            </a:r>
            <a:endParaRPr lang="fr-FR" sz="1800" dirty="0">
              <a:ln w="3175">
                <a:noFill/>
              </a:ln>
              <a:solidFill>
                <a:schemeClr val="bg1"/>
              </a:solidFill>
              <a:latin typeface="Gill Sans MT" panose="020B0502020104020203" pitchFamily="34" charset="0"/>
              <a:ea typeface="Verdana" panose="020B0604030504040204" pitchFamily="34" charset="0"/>
              <a:cs typeface="Mangal" panose="02040503050203030202" pitchFamily="18" charset="0"/>
            </a:endParaRPr>
          </a:p>
        </p:txBody>
      </p:sp>
    </p:spTree>
    <p:extLst>
      <p:ext uri="{BB962C8B-B14F-4D97-AF65-F5344CB8AC3E}">
        <p14:creationId xmlns="" xmlns:p14="http://schemas.microsoft.com/office/powerpoint/2010/main" val="298391801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fontScale="70000" lnSpcReduction="20000"/>
          </a:bodyPr>
          <a:lstStyle/>
          <a:p>
            <a:r>
              <a:rPr lang="fr-FR" dirty="0" smtClean="0"/>
              <a:t>Introduction</a:t>
            </a:r>
          </a:p>
          <a:p>
            <a:r>
              <a:rPr lang="fr-FR" dirty="0" smtClean="0"/>
              <a:t>RMI</a:t>
            </a:r>
          </a:p>
          <a:p>
            <a:r>
              <a:rPr lang="fr-FR" dirty="0" smtClean="0"/>
              <a:t>JCSP.net</a:t>
            </a:r>
          </a:p>
          <a:p>
            <a:pPr lvl="1"/>
            <a:r>
              <a:rPr lang="fr-FR" dirty="0" smtClean="0"/>
              <a:t>CSP</a:t>
            </a:r>
          </a:p>
          <a:p>
            <a:pPr lvl="1"/>
            <a:r>
              <a:rPr lang="fr-FR" dirty="0" smtClean="0"/>
              <a:t>JCSP</a:t>
            </a:r>
          </a:p>
          <a:p>
            <a:pPr lvl="1"/>
            <a:r>
              <a:rPr lang="fr-FR" dirty="0" smtClean="0"/>
              <a:t>JCSP.net</a:t>
            </a:r>
          </a:p>
          <a:p>
            <a:r>
              <a:rPr lang="fr-FR" dirty="0" smtClean="0"/>
              <a:t>Présentation de l’application </a:t>
            </a:r>
            <a:r>
              <a:rPr lang="fr-FR" dirty="0" err="1" smtClean="0"/>
              <a:t>MiniISente</a:t>
            </a:r>
            <a:r>
              <a:rPr lang="fr-FR" dirty="0" smtClean="0"/>
              <a:t> </a:t>
            </a:r>
          </a:p>
          <a:p>
            <a:pPr lvl="1"/>
            <a:r>
              <a:rPr lang="fr-FR" dirty="0" smtClean="0"/>
              <a:t>Conception avec RMI</a:t>
            </a:r>
          </a:p>
          <a:p>
            <a:pPr lvl="1"/>
            <a:r>
              <a:rPr lang="fr-FR" dirty="0" smtClean="0"/>
              <a:t>Conception avec JCSP.net</a:t>
            </a:r>
          </a:p>
          <a:p>
            <a:r>
              <a:rPr lang="fr-FR" dirty="0" smtClean="0"/>
              <a:t>Métriques</a:t>
            </a:r>
          </a:p>
          <a:p>
            <a:r>
              <a:rPr lang="fr-FR" dirty="0" smtClean="0"/>
              <a:t>Récapitulative</a:t>
            </a:r>
          </a:p>
          <a:p>
            <a:r>
              <a:rPr lang="fr-FR" dirty="0" smtClean="0"/>
              <a:t>Conclusion et perspective.</a:t>
            </a:r>
          </a:p>
        </p:txBody>
      </p:sp>
      <p:sp>
        <p:nvSpPr>
          <p:cNvPr id="3" name="Titre 2"/>
          <p:cNvSpPr>
            <a:spLocks noGrp="1"/>
          </p:cNvSpPr>
          <p:nvPr>
            <p:ph type="title"/>
          </p:nvPr>
        </p:nvSpPr>
        <p:spPr/>
        <p:txBody>
          <a:bodyPr/>
          <a:lstStyle/>
          <a:p>
            <a:r>
              <a:rPr lang="fr-FR" dirty="0" smtClean="0"/>
              <a:t>Plan</a:t>
            </a:r>
            <a:endParaRPr lang="fr-FR" dirty="0"/>
          </a:p>
        </p:txBody>
      </p:sp>
    </p:spTree>
    <p:extLst>
      <p:ext uri="{BB962C8B-B14F-4D97-AF65-F5344CB8AC3E}">
        <p14:creationId xmlns="" xmlns:p14="http://schemas.microsoft.com/office/powerpoint/2010/main" val="30843898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a:bodyPr>
          <a:lstStyle/>
          <a:p>
            <a:endParaRPr lang="fr-FR" dirty="0" smtClean="0"/>
          </a:p>
          <a:p>
            <a:r>
              <a:rPr lang="fr-FR" dirty="0" smtClean="0"/>
              <a:t>Tendance vers les systèmes distribuée,</a:t>
            </a:r>
          </a:p>
          <a:p>
            <a:pPr>
              <a:buNone/>
            </a:pPr>
            <a:endParaRPr lang="fr-FR" dirty="0" smtClean="0"/>
          </a:p>
          <a:p>
            <a:r>
              <a:rPr lang="fr-FR" dirty="0" smtClean="0"/>
              <a:t>Développement des </a:t>
            </a:r>
            <a:r>
              <a:rPr lang="fr-FR" dirty="0" smtClean="0"/>
              <a:t>middlewares, </a:t>
            </a: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a:t>
            </a:fld>
            <a:endParaRPr lang="fr-BE"/>
          </a:p>
        </p:txBody>
      </p:sp>
      <p:sp>
        <p:nvSpPr>
          <p:cNvPr id="4" name="Titre 3"/>
          <p:cNvSpPr>
            <a:spLocks noGrp="1"/>
          </p:cNvSpPr>
          <p:nvPr>
            <p:ph type="title"/>
          </p:nvPr>
        </p:nvSpPr>
        <p:spPr/>
        <p:txBody>
          <a:bodyPr/>
          <a:lstStyle/>
          <a:p>
            <a:r>
              <a:rPr lang="fr-FR" dirty="0" smtClean="0"/>
              <a:t>Introduction</a:t>
            </a:r>
            <a:endParaRPr lang="fr-FR" dirty="0"/>
          </a:p>
        </p:txBody>
      </p:sp>
    </p:spTree>
    <p:extLst>
      <p:ext uri="{BB962C8B-B14F-4D97-AF65-F5344CB8AC3E}">
        <p14:creationId xmlns="" xmlns:p14="http://schemas.microsoft.com/office/powerpoint/2010/main" val="355870877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a:bodyPr>
          <a:lstStyle/>
          <a:p>
            <a:r>
              <a:rPr lang="fr-FR" dirty="0" smtClean="0"/>
              <a:t>Chaque </a:t>
            </a:r>
            <a:r>
              <a:rPr lang="fr-FR" dirty="0" smtClean="0"/>
              <a:t>choix comporte des avenages et inconvénients </a:t>
            </a:r>
            <a:endParaRPr lang="fr-FR" dirty="0" smtClean="0"/>
          </a:p>
          <a:p>
            <a:pPr>
              <a:buNone/>
            </a:pPr>
            <a:endParaRPr lang="fr-FR" dirty="0" smtClean="0"/>
          </a:p>
          <a:p>
            <a:r>
              <a:rPr lang="fr-FR" dirty="0" smtClean="0"/>
              <a:t>Nécessite </a:t>
            </a:r>
            <a:r>
              <a:rPr lang="fr-FR" dirty="0" smtClean="0"/>
              <a:t>de la comparaissent</a:t>
            </a:r>
          </a:p>
          <a:p>
            <a:pPr>
              <a:buNone/>
            </a:pPr>
            <a:endParaRPr lang="fr-FR" dirty="0" smtClean="0"/>
          </a:p>
          <a:p>
            <a:r>
              <a:rPr lang="fr-FR" dirty="0" smtClean="0"/>
              <a:t>Exemple RMI vs  JCSP.net</a:t>
            </a: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4</a:t>
            </a:fld>
            <a:endParaRPr lang="fr-BE"/>
          </a:p>
        </p:txBody>
      </p:sp>
      <p:sp>
        <p:nvSpPr>
          <p:cNvPr id="4" name="Titre 3"/>
          <p:cNvSpPr>
            <a:spLocks noGrp="1"/>
          </p:cNvSpPr>
          <p:nvPr>
            <p:ph type="title"/>
          </p:nvPr>
        </p:nvSpPr>
        <p:spPr/>
        <p:txBody>
          <a:bodyPr/>
          <a:lstStyle/>
          <a:p>
            <a:r>
              <a:rPr lang="fr-FR" dirty="0" smtClean="0"/>
              <a:t>Introduction</a:t>
            </a:r>
            <a:endParaRPr lang="fr-F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ctrTitle"/>
          </p:nvPr>
        </p:nvSpPr>
        <p:spPr/>
        <p:txBody>
          <a:bodyPr/>
          <a:lstStyle/>
          <a:p>
            <a:pPr algn="ctr"/>
            <a:r>
              <a:rPr lang="fr-FR" dirty="0" smtClean="0"/>
              <a:t>RMI</a:t>
            </a:r>
            <a:endParaRPr lang="fr-FR" dirty="0"/>
          </a:p>
        </p:txBody>
      </p:sp>
      <p:sp>
        <p:nvSpPr>
          <p:cNvPr id="6" name="Sous-titre 5"/>
          <p:cNvSpPr>
            <a:spLocks noGrp="1"/>
          </p:cNvSpPr>
          <p:nvPr>
            <p:ph type="subTitle" idx="1"/>
          </p:nvPr>
        </p:nvSpPr>
        <p:spPr/>
        <p:txBody>
          <a:bodyPr/>
          <a:lstStyle/>
          <a:p>
            <a:pPr algn="ctr"/>
            <a:r>
              <a:rPr lang="fr-FR" dirty="0" err="1" smtClean="0"/>
              <a:t>Remote</a:t>
            </a:r>
            <a:r>
              <a:rPr lang="fr-FR" dirty="0" smtClean="0"/>
              <a:t> </a:t>
            </a:r>
            <a:r>
              <a:rPr lang="fr-FR" dirty="0" err="1" smtClean="0"/>
              <a:t>methode</a:t>
            </a:r>
            <a:r>
              <a:rPr lang="fr-FR" dirty="0" smtClean="0"/>
              <a:t> invocation</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5</a:t>
            </a:fld>
            <a:endParaRPr lang="fr-B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a:bodyPr>
          <a:lstStyle/>
          <a:p>
            <a:r>
              <a:rPr lang="fr-FR" dirty="0" smtClean="0"/>
              <a:t>permet d’appeler des méthodes d’un objet distant comme s’il était dans la même machine virtuelle.</a:t>
            </a:r>
          </a:p>
          <a:p>
            <a:r>
              <a:rPr lang="fr-FR" dirty="0" smtClean="0"/>
              <a:t>Elle est utilisée en standard </a:t>
            </a:r>
            <a:r>
              <a:rPr lang="fr-FR" dirty="0" smtClean="0"/>
              <a:t>depuis </a:t>
            </a:r>
            <a:r>
              <a:rPr lang="fr-FR" dirty="0" smtClean="0"/>
              <a:t>la version </a:t>
            </a:r>
            <a:r>
              <a:rPr lang="fr-FR" dirty="0" smtClean="0"/>
              <a:t>1.1</a:t>
            </a:r>
          </a:p>
          <a:p>
            <a:r>
              <a:rPr lang="fr-FR" dirty="0" smtClean="0"/>
              <a:t>A base de RPC</a:t>
            </a:r>
            <a:endParaRPr lang="fr-FR" dirty="0" smtClean="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6</a:t>
            </a:fld>
            <a:endParaRPr lang="fr-BE"/>
          </a:p>
        </p:txBody>
      </p:sp>
      <p:sp>
        <p:nvSpPr>
          <p:cNvPr id="4" name="Titre 3"/>
          <p:cNvSpPr>
            <a:spLocks noGrp="1"/>
          </p:cNvSpPr>
          <p:nvPr>
            <p:ph type="title"/>
          </p:nvPr>
        </p:nvSpPr>
        <p:spPr/>
        <p:txBody>
          <a:bodyPr/>
          <a:lstStyle/>
          <a:p>
            <a:r>
              <a:rPr lang="fr-FR" dirty="0" smtClean="0"/>
              <a:t>Définition </a:t>
            </a:r>
            <a:endParaRPr lang="fr-FR" dirty="0"/>
          </a:p>
        </p:txBody>
      </p:sp>
    </p:spTree>
    <p:extLst>
      <p:ext uri="{BB962C8B-B14F-4D97-AF65-F5344CB8AC3E}">
        <p14:creationId xmlns="" xmlns:p14="http://schemas.microsoft.com/office/powerpoint/2010/main" val="102484312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ctrTitle"/>
          </p:nvPr>
        </p:nvSpPr>
        <p:spPr/>
        <p:txBody>
          <a:bodyPr/>
          <a:lstStyle/>
          <a:p>
            <a:pPr algn="ctr"/>
            <a:r>
              <a:rPr lang="fr-FR" dirty="0" smtClean="0"/>
              <a:t>RPC</a:t>
            </a:r>
            <a:endParaRPr lang="fr-FR" dirty="0"/>
          </a:p>
        </p:txBody>
      </p:sp>
      <p:sp>
        <p:nvSpPr>
          <p:cNvPr id="6" name="Sous-titre 5"/>
          <p:cNvSpPr>
            <a:spLocks noGrp="1"/>
          </p:cNvSpPr>
          <p:nvPr>
            <p:ph type="subTitle" idx="1"/>
          </p:nvPr>
        </p:nvSpPr>
        <p:spPr/>
        <p:txBody>
          <a:bodyPr/>
          <a:lstStyle/>
          <a:p>
            <a:pPr algn="ctr"/>
            <a:r>
              <a:rPr lang="fr-FR" dirty="0" err="1" smtClean="0"/>
              <a:t>Remote</a:t>
            </a:r>
            <a:r>
              <a:rPr lang="fr-FR" dirty="0" smtClean="0"/>
              <a:t> </a:t>
            </a:r>
            <a:r>
              <a:rPr lang="fr-FR" dirty="0" err="1" smtClean="0"/>
              <a:t>Procedure</a:t>
            </a:r>
            <a:r>
              <a:rPr lang="fr-FR" dirty="0" smtClean="0"/>
              <a:t> Call</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7</a:t>
            </a:fld>
            <a:endParaRPr lang="fr-B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8</a:t>
            </a:fld>
            <a:endParaRPr lang="fr-BE"/>
          </a:p>
        </p:txBody>
      </p:sp>
      <p:pic>
        <p:nvPicPr>
          <p:cNvPr id="1027" name="Picture 3"/>
          <p:cNvPicPr>
            <a:picLocks noGrp="1" noChangeAspect="1" noChangeArrowheads="1"/>
          </p:cNvPicPr>
          <p:nvPr>
            <p:ph idx="1"/>
          </p:nvPr>
        </p:nvPicPr>
        <p:blipFill>
          <a:blip r:embed="rId3"/>
          <a:srcRect l="18049" t="30402" r="9766" b="12769"/>
          <a:stretch>
            <a:fillRect/>
          </a:stretch>
        </p:blipFill>
        <p:spPr bwMode="auto">
          <a:xfrm>
            <a:off x="124323" y="500048"/>
            <a:ext cx="8876833" cy="3929090"/>
          </a:xfrm>
          <a:prstGeom prst="rect">
            <a:avLst/>
          </a:prstGeom>
          <a:noFill/>
          <a:ln w="9525">
            <a:noFill/>
            <a:miter lim="800000"/>
            <a:headEnd/>
            <a:tailEnd/>
          </a:ln>
          <a:effectLst/>
        </p:spPr>
      </p:pic>
    </p:spTree>
    <p:extLst>
      <p:ext uri="{BB962C8B-B14F-4D97-AF65-F5344CB8AC3E}">
        <p14:creationId xmlns="" xmlns:p14="http://schemas.microsoft.com/office/powerpoint/2010/main" val="318526100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9</a:t>
            </a:fld>
            <a:endParaRPr lang="fr-BE"/>
          </a:p>
        </p:txBody>
      </p:sp>
      <p:sp>
        <p:nvSpPr>
          <p:cNvPr id="4" name="Titre 3"/>
          <p:cNvSpPr>
            <a:spLocks noGrp="1"/>
          </p:cNvSpPr>
          <p:nvPr>
            <p:ph type="title"/>
          </p:nvPr>
        </p:nvSpPr>
        <p:spPr/>
        <p:txBody>
          <a:bodyPr/>
          <a:lstStyle/>
          <a:p>
            <a:pPr algn="ctr"/>
            <a:r>
              <a:rPr lang="fr-FR" dirty="0" smtClean="0"/>
              <a:t>Architecture RMI </a:t>
            </a:r>
            <a:endParaRPr lang="fr-FR" dirty="0"/>
          </a:p>
        </p:txBody>
      </p:sp>
      <p:pic>
        <p:nvPicPr>
          <p:cNvPr id="2051" name="Picture 3"/>
          <p:cNvPicPr>
            <a:picLocks noGrp="1" noChangeAspect="1" noChangeArrowheads="1"/>
          </p:cNvPicPr>
          <p:nvPr>
            <p:ph idx="1"/>
          </p:nvPr>
        </p:nvPicPr>
        <p:blipFill>
          <a:blip r:embed="rId2"/>
          <a:srcRect l="3849" t="24088" r="22783" b="19083"/>
          <a:stretch>
            <a:fillRect/>
          </a:stretch>
        </p:blipFill>
        <p:spPr bwMode="auto">
          <a:xfrm>
            <a:off x="500034" y="1142991"/>
            <a:ext cx="8162450" cy="3554616"/>
          </a:xfrm>
          <a:prstGeom prst="rect">
            <a:avLst/>
          </a:prstGeom>
          <a:noFill/>
          <a:ln w="9525">
            <a:noFill/>
            <a:miter lim="800000"/>
            <a:headEnd/>
            <a:tailEnd/>
          </a:ln>
          <a:effectLst/>
        </p:spPr>
      </p:pic>
    </p:spTree>
    <p:extLst>
      <p:ext uri="{BB962C8B-B14F-4D97-AF65-F5344CB8AC3E}">
        <p14:creationId xmlns="" xmlns:p14="http://schemas.microsoft.com/office/powerpoint/2010/main" val="46485731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ctrTitle"/>
          </p:nvPr>
        </p:nvSpPr>
        <p:spPr>
          <a:xfrm>
            <a:off x="685800" y="928677"/>
            <a:ext cx="7772400" cy="3000395"/>
          </a:xfrm>
        </p:spPr>
        <p:txBody>
          <a:bodyPr>
            <a:normAutofit fontScale="90000"/>
          </a:bodyPr>
          <a:lstStyle/>
          <a:p>
            <a:pPr algn="ctr"/>
            <a:r>
              <a:rPr lang="fr-FR" dirty="0" smtClean="0"/>
              <a:t>Mécanisme de téléchargement  des définitions des classes distantes </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10</a:t>
            </a:fld>
            <a:endParaRPr lang="fr-B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11</a:t>
            </a:fld>
            <a:endParaRPr lang="fr-BE"/>
          </a:p>
        </p:txBody>
      </p:sp>
      <p:pic>
        <p:nvPicPr>
          <p:cNvPr id="3074" name="Picture 2"/>
          <p:cNvPicPr>
            <a:picLocks noGrp="1" noChangeAspect="1" noChangeArrowheads="1"/>
          </p:cNvPicPr>
          <p:nvPr>
            <p:ph idx="1"/>
          </p:nvPr>
        </p:nvPicPr>
        <p:blipFill>
          <a:blip r:embed="rId3"/>
          <a:srcRect l="6216" t="24088" r="23966" b="23293"/>
          <a:stretch>
            <a:fillRect/>
          </a:stretch>
        </p:blipFill>
        <p:spPr bwMode="auto">
          <a:xfrm>
            <a:off x="500034" y="857238"/>
            <a:ext cx="8092496" cy="3429024"/>
          </a:xfrm>
          <a:prstGeom prst="rect">
            <a:avLst/>
          </a:prstGeom>
          <a:noFill/>
          <a:ln w="9525">
            <a:noFill/>
            <a:miter lim="800000"/>
            <a:headEnd/>
            <a:tailEnd/>
          </a:ln>
          <a:effectLst/>
        </p:spPr>
      </p:pic>
    </p:spTree>
    <p:extLst>
      <p:ext uri="{BB962C8B-B14F-4D97-AF65-F5344CB8AC3E}">
        <p14:creationId xmlns="" xmlns:p14="http://schemas.microsoft.com/office/powerpoint/2010/main" val="200133741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lstStyle/>
          <a:p>
            <a:r>
              <a:rPr lang="fr-FR" dirty="0" smtClean="0"/>
              <a:t>consiste a ne référencer un objet que a la réception d’une requête, puisque les références de ces objets par fois  peuvent attendre un millier voir même millions de référence</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12</a:t>
            </a:fld>
            <a:endParaRPr lang="fr-BE"/>
          </a:p>
        </p:txBody>
      </p:sp>
      <p:sp>
        <p:nvSpPr>
          <p:cNvPr id="4" name="Titre 3"/>
          <p:cNvSpPr>
            <a:spLocks noGrp="1"/>
          </p:cNvSpPr>
          <p:nvPr>
            <p:ph type="title"/>
          </p:nvPr>
        </p:nvSpPr>
        <p:spPr/>
        <p:txBody>
          <a:bodyPr>
            <a:normAutofit fontScale="90000"/>
          </a:bodyPr>
          <a:lstStyle/>
          <a:p>
            <a:r>
              <a:rPr lang="fr-FR" dirty="0" smtClean="0"/>
              <a:t>Le mécanisme d’activation des objets distants </a:t>
            </a:r>
            <a:endParaRPr lang="fr-F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a:xfrm>
            <a:off x="457200" y="928676"/>
            <a:ext cx="8229600" cy="3394472"/>
          </a:xfrm>
        </p:spPr>
        <p:txBody>
          <a:bodyPr>
            <a:noAutofit/>
          </a:bodyPr>
          <a:lstStyle/>
          <a:p>
            <a:r>
              <a:rPr lang="fr-FR" sz="2400" dirty="0" smtClean="0"/>
              <a:t>utilise </a:t>
            </a:r>
            <a:r>
              <a:rPr lang="fr-FR" sz="2400" dirty="0" smtClean="0"/>
              <a:t>une technique de nombre de références pour chaque objet distant. </a:t>
            </a:r>
            <a:endParaRPr lang="fr-FR" sz="2400"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13</a:t>
            </a:fld>
            <a:endParaRPr lang="fr-BE"/>
          </a:p>
        </p:txBody>
      </p:sp>
      <p:sp>
        <p:nvSpPr>
          <p:cNvPr id="4" name="Titre 3"/>
          <p:cNvSpPr>
            <a:spLocks noGrp="1"/>
          </p:cNvSpPr>
          <p:nvPr>
            <p:ph type="title"/>
          </p:nvPr>
        </p:nvSpPr>
        <p:spPr/>
        <p:txBody>
          <a:bodyPr/>
          <a:lstStyle/>
          <a:p>
            <a:r>
              <a:rPr lang="fr-FR" dirty="0" err="1" smtClean="0"/>
              <a:t>Garbage</a:t>
            </a:r>
            <a:r>
              <a:rPr lang="fr-FR" dirty="0" smtClean="0"/>
              <a:t> </a:t>
            </a:r>
            <a:r>
              <a:rPr lang="fr-FR" dirty="0" err="1" smtClean="0"/>
              <a:t>collector</a:t>
            </a:r>
            <a:r>
              <a:rPr lang="fr-FR" dirty="0" smtClean="0"/>
              <a:t> distribué</a:t>
            </a:r>
            <a:endParaRPr lang="fr-F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lstStyle/>
          <a:p>
            <a:endParaRPr lang="fr-FR" dirty="0" smtClean="0"/>
          </a:p>
          <a:p>
            <a:r>
              <a:rPr lang="fr-FR" dirty="0" smtClean="0"/>
              <a:t>RMI simple a mettre en ouvre </a:t>
            </a:r>
          </a:p>
          <a:p>
            <a:pPr>
              <a:buNone/>
            </a:pPr>
            <a:endParaRPr lang="fr-FR" dirty="0" smtClean="0"/>
          </a:p>
          <a:p>
            <a:r>
              <a:rPr lang="fr-FR" dirty="0" smtClean="0"/>
              <a:t>Nécessite des efforts pour la gestion de la concurrence</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14</a:t>
            </a:fld>
            <a:endParaRPr lang="fr-BE"/>
          </a:p>
        </p:txBody>
      </p:sp>
      <p:sp>
        <p:nvSpPr>
          <p:cNvPr id="4" name="Titre 3"/>
          <p:cNvSpPr>
            <a:spLocks noGrp="1"/>
          </p:cNvSpPr>
          <p:nvPr>
            <p:ph type="title"/>
          </p:nvPr>
        </p:nvSpPr>
        <p:spPr/>
        <p:txBody>
          <a:bodyPr/>
          <a:lstStyle/>
          <a:p>
            <a:r>
              <a:rPr lang="fr-FR" dirty="0" smtClean="0"/>
              <a:t>Conclusion</a:t>
            </a:r>
            <a:endParaRPr lang="fr-F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ctrTitle"/>
          </p:nvPr>
        </p:nvSpPr>
        <p:spPr/>
        <p:txBody>
          <a:bodyPr/>
          <a:lstStyle/>
          <a:p>
            <a:r>
              <a:rPr lang="fr-FR" dirty="0" smtClean="0"/>
              <a:t>JCSP.net</a:t>
            </a:r>
            <a:endParaRPr lang="fr-FR" dirty="0"/>
          </a:p>
        </p:txBody>
      </p:sp>
      <p:sp>
        <p:nvSpPr>
          <p:cNvPr id="6" name="Sous-titre 5"/>
          <p:cNvSpPr>
            <a:spLocks noGrp="1"/>
          </p:cNvSpPr>
          <p:nvPr>
            <p:ph type="subTitle" idx="1"/>
          </p:nvPr>
        </p:nvSpPr>
        <p:spPr/>
        <p:txBody>
          <a:bodyPr/>
          <a:lstStyle/>
          <a:p>
            <a:r>
              <a:rPr lang="fr-FR" dirty="0" smtClean="0"/>
              <a:t>Java for CSP distribuées</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15</a:t>
            </a:fld>
            <a:endParaRPr lang="fr-B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Espace réservé du contenu 4"/>
          <p:cNvGraphicFramePr>
            <a:graphicFrameLocks noGrp="1"/>
          </p:cNvGraphicFramePr>
          <p:nvPr>
            <p:ph idx="1"/>
          </p:nvPr>
        </p:nvGraphicFramePr>
        <p:xfrm>
          <a:off x="457200" y="1111250"/>
          <a:ext cx="8229600" cy="33940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Espace réservé du numéro de diapositive 2"/>
          <p:cNvSpPr>
            <a:spLocks noGrp="1"/>
          </p:cNvSpPr>
          <p:nvPr>
            <p:ph type="sldNum" sz="quarter" idx="12"/>
          </p:nvPr>
        </p:nvSpPr>
        <p:spPr/>
        <p:txBody>
          <a:bodyPr/>
          <a:lstStyle/>
          <a:p>
            <a:fld id="{CF4668DC-857F-487D-BFFA-8C0CA5037977}" type="slidenum">
              <a:rPr lang="fr-BE" smtClean="0"/>
              <a:pPr/>
              <a:t>16</a:t>
            </a:fld>
            <a:endParaRPr lang="fr-BE"/>
          </a:p>
        </p:txBody>
      </p:sp>
      <p:sp>
        <p:nvSpPr>
          <p:cNvPr id="4" name="Titre 3"/>
          <p:cNvSpPr>
            <a:spLocks noGrp="1"/>
          </p:cNvSpPr>
          <p:nvPr>
            <p:ph type="title"/>
          </p:nvPr>
        </p:nvSpPr>
        <p:spPr/>
        <p:txBody>
          <a:bodyPr/>
          <a:lstStyle/>
          <a:p>
            <a:endParaRPr lang="fr-F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a:bodyPr>
          <a:lstStyle/>
          <a:p>
            <a:r>
              <a:rPr lang="fr-FR" dirty="0" smtClean="0"/>
              <a:t>CSP est un langage formel de modélisation des processus concurrents introduits en premier par </a:t>
            </a:r>
            <a:r>
              <a:rPr lang="fr-FR" dirty="0" err="1" smtClean="0"/>
              <a:t>pr</a:t>
            </a:r>
            <a:r>
              <a:rPr lang="fr-FR" dirty="0" smtClean="0"/>
              <a:t>. </a:t>
            </a:r>
            <a:r>
              <a:rPr lang="fr-FR" dirty="0" err="1" smtClean="0"/>
              <a:t>Hoard</a:t>
            </a:r>
            <a:r>
              <a:rPr lang="fr-FR" dirty="0" smtClean="0"/>
              <a:t> en 1978.</a:t>
            </a:r>
          </a:p>
          <a:p>
            <a:r>
              <a:rPr lang="fr-FR" dirty="0" smtClean="0"/>
              <a:t>Il a été depuis amélioré et implémenté par plusieurs outil de modélisation et des bibliothèques de programmation. </a:t>
            </a:r>
          </a:p>
          <a:p>
            <a:pPr>
              <a:buNone/>
            </a:pP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17</a:t>
            </a:fld>
            <a:endParaRPr lang="fr-BE"/>
          </a:p>
        </p:txBody>
      </p:sp>
      <p:sp>
        <p:nvSpPr>
          <p:cNvPr id="4" name="Titre 3"/>
          <p:cNvSpPr>
            <a:spLocks noGrp="1"/>
          </p:cNvSpPr>
          <p:nvPr>
            <p:ph type="title"/>
          </p:nvPr>
        </p:nvSpPr>
        <p:spPr/>
        <p:txBody>
          <a:bodyPr/>
          <a:lstStyle/>
          <a:p>
            <a:r>
              <a:rPr lang="fr-FR" dirty="0" smtClean="0"/>
              <a:t>CSP</a:t>
            </a:r>
            <a:endParaRPr lang="fr-FR" dirty="0"/>
          </a:p>
        </p:txBody>
      </p:sp>
    </p:spTree>
    <p:extLst>
      <p:ext uri="{BB962C8B-B14F-4D97-AF65-F5344CB8AC3E}">
        <p14:creationId xmlns="" xmlns:p14="http://schemas.microsoft.com/office/powerpoint/2010/main" val="355829829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lstStyle/>
          <a:p>
            <a:r>
              <a:rPr lang="fr-FR" dirty="0" smtClean="0"/>
              <a:t>Les </a:t>
            </a:r>
            <a:r>
              <a:rPr lang="fr-FR" dirty="0" err="1" smtClean="0"/>
              <a:t>processsu</a:t>
            </a:r>
            <a:r>
              <a:rPr lang="fr-FR" dirty="0" smtClean="0"/>
              <a:t> </a:t>
            </a:r>
          </a:p>
          <a:p>
            <a:r>
              <a:rPr lang="fr-FR" dirty="0" smtClean="0"/>
              <a:t>Les canaux</a:t>
            </a:r>
          </a:p>
          <a:p>
            <a:r>
              <a:rPr lang="fr-FR" dirty="0" smtClean="0"/>
              <a:t>commande gardée :</a:t>
            </a:r>
          </a:p>
          <a:p>
            <a:pPr lvl="1"/>
            <a:r>
              <a:rPr lang="fr-FR" dirty="0" smtClean="0"/>
              <a:t>[ B1-&gt;C1 [] B2-&gt;C2 [] ...BN-&gt;CN ]</a:t>
            </a:r>
          </a:p>
          <a:p>
            <a:pPr lvl="1"/>
            <a:r>
              <a:rPr lang="fr-FR" dirty="0" smtClean="0"/>
              <a:t>la conjonction est notée par  ’;’</a:t>
            </a:r>
          </a:p>
          <a:p>
            <a:pPr lvl="0"/>
            <a:r>
              <a:rPr lang="fr-FR" b="1" dirty="0" smtClean="0"/>
              <a:t>c0 </a:t>
            </a:r>
            <a:r>
              <a:rPr lang="fr-FR" b="1" dirty="0" smtClean="0"/>
              <a:t>|| c1 </a:t>
            </a:r>
            <a:r>
              <a:rPr lang="fr-FR" dirty="0" smtClean="0"/>
              <a:t>: </a:t>
            </a:r>
            <a:r>
              <a:rPr lang="fr-FR" b="1" dirty="0" smtClean="0"/>
              <a:t>c0</a:t>
            </a:r>
            <a:r>
              <a:rPr lang="fr-FR" dirty="0" smtClean="0"/>
              <a:t> et </a:t>
            </a:r>
            <a:r>
              <a:rPr lang="fr-FR" b="1" dirty="0" smtClean="0"/>
              <a:t>c1</a:t>
            </a:r>
            <a:r>
              <a:rPr lang="fr-FR" dirty="0" smtClean="0"/>
              <a:t> en </a:t>
            </a:r>
            <a:r>
              <a:rPr lang="fr-FR" dirty="0" smtClean="0"/>
              <a:t>parallèle</a:t>
            </a:r>
          </a:p>
          <a:p>
            <a:pPr lvl="0"/>
            <a:r>
              <a:rPr lang="fr-FR" dirty="0" smtClean="0"/>
              <a:t>K?  , K!</a:t>
            </a:r>
            <a:endParaRPr lang="fr-FR" dirty="0" smtClean="0"/>
          </a:p>
          <a:p>
            <a:pPr lvl="0"/>
            <a:endParaRPr lang="fr-FR" dirty="0" smtClean="0"/>
          </a:p>
          <a:p>
            <a:endParaRPr lang="fr-FR" dirty="0" smtClean="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18</a:t>
            </a:fld>
            <a:endParaRPr lang="fr-BE"/>
          </a:p>
        </p:txBody>
      </p:sp>
      <p:sp>
        <p:nvSpPr>
          <p:cNvPr id="4" name="Titre 3"/>
          <p:cNvSpPr>
            <a:spLocks noGrp="1"/>
          </p:cNvSpPr>
          <p:nvPr>
            <p:ph type="title"/>
          </p:nvPr>
        </p:nvSpPr>
        <p:spPr/>
        <p:txBody>
          <a:bodyPr/>
          <a:lstStyle/>
          <a:p>
            <a:r>
              <a:rPr lang="fr-FR" dirty="0" smtClean="0"/>
              <a:t>Concepts de base</a:t>
            </a:r>
            <a:endParaRPr lang="fr-F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lstStyle/>
          <a:p>
            <a:r>
              <a:rPr lang="en-US" dirty="0" smtClean="0"/>
              <a:t>*[ </a:t>
            </a:r>
            <a:r>
              <a:rPr lang="en-US" dirty="0" err="1" smtClean="0"/>
              <a:t>i</a:t>
            </a:r>
            <a:r>
              <a:rPr lang="en-US" dirty="0" smtClean="0"/>
              <a:t> &lt; size ; tab[</a:t>
            </a:r>
            <a:r>
              <a:rPr lang="en-US" dirty="0" err="1" smtClean="0"/>
              <a:t>i</a:t>
            </a:r>
            <a:r>
              <a:rPr lang="en-US" dirty="0" smtClean="0"/>
              <a:t>] &lt;&gt; n </a:t>
            </a:r>
            <a:r>
              <a:rPr lang="en-US" b="1" dirty="0" smtClean="0"/>
              <a:t>→</a:t>
            </a:r>
            <a:r>
              <a:rPr lang="en-US" dirty="0" smtClean="0"/>
              <a:t> </a:t>
            </a:r>
            <a:r>
              <a:rPr lang="en-US" dirty="0" err="1" smtClean="0"/>
              <a:t>i</a:t>
            </a:r>
            <a:r>
              <a:rPr lang="en-US" dirty="0" smtClean="0"/>
              <a:t>:=i+1 ]</a:t>
            </a:r>
            <a:endParaRPr lang="fr-FR" dirty="0" smtClean="0"/>
          </a:p>
          <a:p>
            <a:pPr>
              <a:buNone/>
            </a:pPr>
            <a:r>
              <a:rPr lang="fr-FR" dirty="0" smtClean="0"/>
              <a:t>Rechercher une valeur n dans un tableau tab</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19</a:t>
            </a:fld>
            <a:endParaRPr lang="fr-BE"/>
          </a:p>
        </p:txBody>
      </p:sp>
      <p:sp>
        <p:nvSpPr>
          <p:cNvPr id="4" name="Titre 3"/>
          <p:cNvSpPr>
            <a:spLocks noGrp="1"/>
          </p:cNvSpPr>
          <p:nvPr>
            <p:ph type="title"/>
          </p:nvPr>
        </p:nvSpPr>
        <p:spPr/>
        <p:txBody>
          <a:bodyPr/>
          <a:lstStyle/>
          <a:p>
            <a:r>
              <a:rPr lang="fr-FR" dirty="0" smtClean="0"/>
              <a:t>Exemple :</a:t>
            </a:r>
            <a:endParaRPr lang="fr-F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a:bodyPr>
          <a:lstStyle/>
          <a:p>
            <a:r>
              <a:rPr lang="fr-FR" dirty="0" smtClean="0"/>
              <a:t>JCSP est une API Java open source qui reprisent l’implémentation des concepts CSP, développé par Peter </a:t>
            </a:r>
            <a:r>
              <a:rPr lang="fr-FR" dirty="0" err="1" smtClean="0"/>
              <a:t>Welch</a:t>
            </a:r>
            <a:r>
              <a:rPr lang="fr-FR" dirty="0" smtClean="0"/>
              <a:t>  a l’université Kent, cette API peut être utilisée a la place des différents mécanismes de concurrence de threads et de moniteurs intégrés dans Java. Cette API prend en charge la concurrence au sein d'une seule machine virtuelle Java </a:t>
            </a:r>
            <a:r>
              <a:rPr lang="fr-FR" dirty="0" smtClean="0"/>
              <a:t>.</a:t>
            </a:r>
            <a:endParaRPr lang="fr-FR" dirty="0" smtClean="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20</a:t>
            </a:fld>
            <a:endParaRPr lang="fr-BE"/>
          </a:p>
        </p:txBody>
      </p:sp>
      <p:sp>
        <p:nvSpPr>
          <p:cNvPr id="4" name="Titre 3"/>
          <p:cNvSpPr>
            <a:spLocks noGrp="1"/>
          </p:cNvSpPr>
          <p:nvPr>
            <p:ph type="title"/>
          </p:nvPr>
        </p:nvSpPr>
        <p:spPr/>
        <p:txBody>
          <a:bodyPr/>
          <a:lstStyle/>
          <a:p>
            <a:r>
              <a:rPr lang="fr-FR" dirty="0" smtClean="0"/>
              <a:t>JCSP</a:t>
            </a:r>
            <a:endParaRPr lang="fr-F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normAutofit/>
          </a:bodyPr>
          <a:lstStyle/>
          <a:p>
            <a:r>
              <a:rPr lang="fr-FR" dirty="0" smtClean="0"/>
              <a:t>Alternative</a:t>
            </a:r>
            <a:r>
              <a:rPr lang="fr-FR" dirty="0" smtClean="0"/>
              <a:t> </a:t>
            </a:r>
            <a:r>
              <a:rPr lang="fr-FR" dirty="0" smtClean="0"/>
              <a:t>           </a:t>
            </a:r>
            <a:r>
              <a:rPr lang="fr-FR" dirty="0" err="1" smtClean="0"/>
              <a:t>Parallel</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21</a:t>
            </a:fld>
            <a:endParaRPr lang="fr-BE"/>
          </a:p>
        </p:txBody>
      </p:sp>
      <p:pic>
        <p:nvPicPr>
          <p:cNvPr id="8" name="Picture 2"/>
          <p:cNvPicPr>
            <a:picLocks noGrp="1" noChangeAspect="1" noChangeArrowheads="1"/>
          </p:cNvPicPr>
          <p:nvPr>
            <p:ph sz="quarter" idx="4"/>
          </p:nvPr>
        </p:nvPicPr>
        <p:blipFill>
          <a:blip r:embed="rId3"/>
          <a:srcRect l="18049" t="36716" r="29883" b="29607"/>
          <a:stretch>
            <a:fillRect/>
          </a:stretch>
        </p:blipFill>
        <p:spPr bwMode="auto">
          <a:xfrm>
            <a:off x="4500562" y="1071552"/>
            <a:ext cx="4041775" cy="1469756"/>
          </a:xfrm>
          <a:prstGeom prst="rect">
            <a:avLst/>
          </a:prstGeom>
          <a:noFill/>
          <a:ln w="9525">
            <a:noFill/>
            <a:miter lim="800000"/>
            <a:headEnd/>
            <a:tailEnd/>
          </a:ln>
          <a:effectLst/>
        </p:spPr>
      </p:pic>
      <p:graphicFrame>
        <p:nvGraphicFramePr>
          <p:cNvPr id="9" name="Espace réservé du contenu 13"/>
          <p:cNvGraphicFramePr>
            <a:graphicFrameLocks noGrp="1"/>
          </p:cNvGraphicFramePr>
          <p:nvPr>
            <p:ph sz="quarter" idx="2"/>
          </p:nvPr>
        </p:nvGraphicFramePr>
        <p:xfrm>
          <a:off x="457200" y="1082675"/>
          <a:ext cx="4040188" cy="29575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1" name="Picture 2" descr="C:\Users\soufiane\AppData\Local\Microsoft\Windows\Temporary Internet Files\Content.IE5\5XMLRHEP\the_timer[1].png"/>
          <p:cNvPicPr>
            <a:picLocks noChangeAspect="1" noChangeArrowheads="1"/>
          </p:cNvPicPr>
          <p:nvPr/>
        </p:nvPicPr>
        <p:blipFill>
          <a:blip r:embed="rId8" cstate="print"/>
          <a:srcRect/>
          <a:stretch>
            <a:fillRect/>
          </a:stretch>
        </p:blipFill>
        <p:spPr bwMode="auto">
          <a:xfrm>
            <a:off x="5000628" y="3286130"/>
            <a:ext cx="1093815" cy="1509405"/>
          </a:xfrm>
          <a:prstGeom prst="rect">
            <a:avLst/>
          </a:prstGeom>
          <a:noFill/>
          <a:ln>
            <a:noFill/>
            <a:prstDash val="sysDash"/>
            <a:miter lim="800000"/>
          </a:ln>
        </p:spPr>
      </p:pic>
      <p:sp>
        <p:nvSpPr>
          <p:cNvPr id="13" name="ZoneTexte 12"/>
          <p:cNvSpPr txBox="1"/>
          <p:nvPr/>
        </p:nvSpPr>
        <p:spPr>
          <a:xfrm>
            <a:off x="4572000" y="2571750"/>
            <a:ext cx="2390398" cy="723275"/>
          </a:xfrm>
          <a:prstGeom prst="rect">
            <a:avLst/>
          </a:prstGeom>
          <a:noFill/>
        </p:spPr>
        <p:txBody>
          <a:bodyPr wrap="none" rtlCol="0">
            <a:spAutoFit/>
          </a:bodyPr>
          <a:lstStyle/>
          <a:p>
            <a:r>
              <a:rPr lang="fr-FR" sz="4100" b="1" dirty="0" err="1" smtClean="0">
                <a:solidFill>
                  <a:schemeClr val="tx2"/>
                </a:solidFill>
                <a:effectLst>
                  <a:outerShdw blurRad="31750" dist="25400" dir="5400000" algn="tl" rotWithShape="0">
                    <a:srgbClr val="000000">
                      <a:alpha val="25000"/>
                    </a:srgbClr>
                  </a:outerShdw>
                </a:effectLst>
                <a:latin typeface="+mj-lt"/>
                <a:ea typeface="+mj-ea"/>
                <a:cs typeface="+mj-cs"/>
              </a:rPr>
              <a:t>CSTimer</a:t>
            </a:r>
            <a:r>
              <a:rPr lang="fr-FR" dirty="0" smtClean="0"/>
              <a:t>:</a:t>
            </a:r>
            <a:endParaRPr lang="fr-FR" dirty="0"/>
          </a:p>
        </p:txBody>
      </p:sp>
    </p:spTree>
    <p:extLst>
      <p:ext uri="{BB962C8B-B14F-4D97-AF65-F5344CB8AC3E}">
        <p14:creationId xmlns="" xmlns:p14="http://schemas.microsoft.com/office/powerpoint/2010/main" val="322740963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numéro de diapositive 6"/>
          <p:cNvSpPr>
            <a:spLocks noGrp="1"/>
          </p:cNvSpPr>
          <p:nvPr>
            <p:ph type="sldNum" sz="quarter" idx="12"/>
          </p:nvPr>
        </p:nvSpPr>
        <p:spPr/>
        <p:txBody>
          <a:bodyPr/>
          <a:lstStyle/>
          <a:p>
            <a:fld id="{CF4668DC-857F-487D-BFFA-8C0CA5037977}" type="slidenum">
              <a:rPr lang="fr-BE" smtClean="0"/>
              <a:pPr/>
              <a:t>22</a:t>
            </a:fld>
            <a:endParaRPr lang="fr-BE"/>
          </a:p>
        </p:txBody>
      </p:sp>
      <p:sp>
        <p:nvSpPr>
          <p:cNvPr id="2" name="Titre 1"/>
          <p:cNvSpPr>
            <a:spLocks noGrp="1"/>
          </p:cNvSpPr>
          <p:nvPr>
            <p:ph type="title"/>
          </p:nvPr>
        </p:nvSpPr>
        <p:spPr/>
        <p:txBody>
          <a:bodyPr/>
          <a:lstStyle/>
          <a:p>
            <a:r>
              <a:rPr lang="fr-FR" dirty="0" smtClean="0"/>
              <a:t>JCSP.net</a:t>
            </a:r>
            <a:endParaRPr lang="fr-FR" dirty="0"/>
          </a:p>
        </p:txBody>
      </p:sp>
      <p:pic>
        <p:nvPicPr>
          <p:cNvPr id="7170" name="Picture 2"/>
          <p:cNvPicPr>
            <a:picLocks noGrp="1" noChangeAspect="1" noChangeArrowheads="1"/>
          </p:cNvPicPr>
          <p:nvPr>
            <p:ph idx="1"/>
          </p:nvPr>
        </p:nvPicPr>
        <p:blipFill>
          <a:blip r:embed="rId2"/>
          <a:srcRect l="2665" t="36717" r="14499" b="14873"/>
          <a:stretch>
            <a:fillRect/>
          </a:stretch>
        </p:blipFill>
        <p:spPr bwMode="auto">
          <a:xfrm>
            <a:off x="571472" y="1214428"/>
            <a:ext cx="8025904" cy="2637083"/>
          </a:xfrm>
          <a:prstGeom prst="rect">
            <a:avLst/>
          </a:prstGeom>
          <a:noFill/>
          <a:ln w="9525">
            <a:noFill/>
            <a:miter lim="800000"/>
            <a:headEnd/>
            <a:tailEnd/>
          </a:ln>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23</a:t>
            </a:fld>
            <a:endParaRPr lang="fr-BE"/>
          </a:p>
        </p:txBody>
      </p:sp>
      <p:sp>
        <p:nvSpPr>
          <p:cNvPr id="4" name="Titre 3"/>
          <p:cNvSpPr>
            <a:spLocks noGrp="1"/>
          </p:cNvSpPr>
          <p:nvPr>
            <p:ph type="title"/>
          </p:nvPr>
        </p:nvSpPr>
        <p:spPr/>
        <p:txBody>
          <a:bodyPr/>
          <a:lstStyle/>
          <a:p>
            <a:r>
              <a:rPr lang="fr-FR" dirty="0" smtClean="0"/>
              <a:t>Chanel </a:t>
            </a:r>
            <a:r>
              <a:rPr lang="fr-FR" dirty="0" err="1" smtClean="0"/>
              <a:t>name</a:t>
            </a:r>
            <a:r>
              <a:rPr lang="fr-FR" dirty="0" smtClean="0"/>
              <a:t> server CNS</a:t>
            </a:r>
            <a:endParaRPr lang="fr-FR" dirty="0"/>
          </a:p>
        </p:txBody>
      </p:sp>
      <p:pic>
        <p:nvPicPr>
          <p:cNvPr id="8194" name="Picture 2"/>
          <p:cNvPicPr>
            <a:picLocks noGrp="1" noChangeAspect="1" noChangeArrowheads="1"/>
          </p:cNvPicPr>
          <p:nvPr>
            <p:ph idx="1"/>
          </p:nvPr>
        </p:nvPicPr>
        <p:blipFill>
          <a:blip r:embed="rId2"/>
          <a:srcRect l="20416" t="40926" r="34616" b="19083"/>
          <a:stretch>
            <a:fillRect/>
          </a:stretch>
        </p:blipFill>
        <p:spPr bwMode="auto">
          <a:xfrm>
            <a:off x="714348" y="1285866"/>
            <a:ext cx="7143800" cy="3571900"/>
          </a:xfrm>
          <a:prstGeom prst="rect">
            <a:avLst/>
          </a:prstGeom>
          <a:noFill/>
          <a:ln w="9525">
            <a:noFill/>
            <a:miter lim="800000"/>
            <a:headEnd/>
            <a:tailEnd/>
          </a:ln>
          <a:effec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contenu 6"/>
          <p:cNvSpPr>
            <a:spLocks noGrp="1"/>
          </p:cNvSpPr>
          <p:nvPr>
            <p:ph idx="1"/>
          </p:nvPr>
        </p:nvSpPr>
        <p:spPr/>
        <p:txBody>
          <a:bodyPr>
            <a:normAutofit fontScale="92500" lnSpcReduction="10000"/>
          </a:bodyPr>
          <a:lstStyle/>
          <a:p>
            <a:pPr lvl="0"/>
            <a:r>
              <a:rPr lang="fr-FR" dirty="0" smtClean="0"/>
              <a:t>One2netchannel : un canal qui donne a la machine la possibilité d’écrire sur le réseau</a:t>
            </a:r>
          </a:p>
          <a:p>
            <a:pPr lvl="0"/>
            <a:r>
              <a:rPr lang="fr-FR" dirty="0" smtClean="0"/>
              <a:t>Net2onechannel : un canal qui donne a la machine la possibilité de lire sur le réseau </a:t>
            </a:r>
          </a:p>
          <a:p>
            <a:pPr lvl="0"/>
            <a:r>
              <a:rPr lang="fr-FR" dirty="0" smtClean="0"/>
              <a:t>Net2Anychannel : un canal qui donne la possibilité a plusieurs machines d’écrire sur le réseau</a:t>
            </a:r>
          </a:p>
          <a:p>
            <a:pPr lvl="0"/>
            <a:r>
              <a:rPr lang="fr-FR" dirty="0" smtClean="0"/>
              <a:t>Any2netCahnnel : un canal qui donne la plusieurs a plusieurs machin de lire sur le réseau</a:t>
            </a:r>
          </a:p>
          <a:p>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24</a:t>
            </a:fld>
            <a:endParaRPr lang="fr-BE"/>
          </a:p>
        </p:txBody>
      </p:sp>
      <p:sp>
        <p:nvSpPr>
          <p:cNvPr id="5" name="Titre 4"/>
          <p:cNvSpPr>
            <a:spLocks noGrp="1"/>
          </p:cNvSpPr>
          <p:nvPr>
            <p:ph type="title"/>
          </p:nvPr>
        </p:nvSpPr>
        <p:spPr/>
        <p:txBody>
          <a:bodyPr/>
          <a:lstStyle/>
          <a:p>
            <a:r>
              <a:rPr lang="fr-FR" dirty="0" smtClean="0"/>
              <a:t>Type des canaux</a:t>
            </a:r>
            <a:endParaRPr lang="fr-F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ctrTitle"/>
          </p:nvPr>
        </p:nvSpPr>
        <p:spPr/>
        <p:txBody>
          <a:bodyPr>
            <a:normAutofit fontScale="90000"/>
          </a:bodyPr>
          <a:lstStyle/>
          <a:p>
            <a:r>
              <a:rPr lang="fr-FR" dirty="0" smtClean="0"/>
              <a:t>Conception de l’application </a:t>
            </a:r>
            <a:r>
              <a:rPr lang="fr-FR" dirty="0" err="1" smtClean="0"/>
              <a:t>MiniIsante</a:t>
            </a:r>
            <a:endParaRPr lang="fr-FR" dirty="0"/>
          </a:p>
        </p:txBody>
      </p:sp>
      <p:sp>
        <p:nvSpPr>
          <p:cNvPr id="6" name="Sous-titre 5"/>
          <p:cNvSpPr>
            <a:spLocks noGrp="1"/>
          </p:cNvSpPr>
          <p:nvPr>
            <p:ph type="subTitle" idx="1"/>
          </p:nvPr>
        </p:nvSpPr>
        <p:spPr/>
        <p:txBody>
          <a:bodyPr>
            <a:normAutofit lnSpcReduction="10000"/>
          </a:bodyPr>
          <a:lstStyle/>
          <a:p>
            <a:r>
              <a:rPr lang="fr-FR" dirty="0" smtClean="0"/>
              <a:t>Application distribuée d’échange des information médicales entre les médecins</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25</a:t>
            </a:fld>
            <a:endParaRPr lang="fr-BE"/>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ctrTitle"/>
          </p:nvPr>
        </p:nvSpPr>
        <p:spPr/>
        <p:txBody>
          <a:bodyPr>
            <a:normAutofit fontScale="90000"/>
          </a:bodyPr>
          <a:lstStyle/>
          <a:p>
            <a:r>
              <a:rPr lang="fr-FR" dirty="0" smtClean="0"/>
              <a:t>Vue globale de l’application</a:t>
            </a:r>
            <a:endParaRPr lang="fr-FR" dirty="0"/>
          </a:p>
        </p:txBody>
      </p:sp>
      <p:sp>
        <p:nvSpPr>
          <p:cNvPr id="6" name="Sous-titre 5"/>
          <p:cNvSpPr>
            <a:spLocks noGrp="1"/>
          </p:cNvSpPr>
          <p:nvPr>
            <p:ph type="subTitle" idx="1"/>
          </p:nvPr>
        </p:nvSpPr>
        <p:spPr/>
        <p:txBody>
          <a:bodyPr/>
          <a:lstStyle/>
          <a:p>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26</a:t>
            </a:fld>
            <a:endParaRPr lang="fr-BE"/>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27</a:t>
            </a:fld>
            <a:endParaRPr lang="fr-BE"/>
          </a:p>
        </p:txBody>
      </p:sp>
      <p:pic>
        <p:nvPicPr>
          <p:cNvPr id="5" name="Image 4" descr="Deployment Diagram.png"/>
          <p:cNvPicPr/>
          <p:nvPr/>
        </p:nvPicPr>
        <p:blipFill>
          <a:blip r:embed="rId2" cstate="print"/>
          <a:srcRect l="2877" t="7695" r="2877" b="19782"/>
          <a:stretch>
            <a:fillRect/>
          </a:stretch>
        </p:blipFill>
        <p:spPr>
          <a:xfrm>
            <a:off x="642910" y="571486"/>
            <a:ext cx="6929486" cy="435771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28</a:t>
            </a:fld>
            <a:endParaRPr lang="fr-BE"/>
          </a:p>
        </p:txBody>
      </p:sp>
      <p:pic>
        <p:nvPicPr>
          <p:cNvPr id="7" name="Espace réservé du contenu 6" descr="Class Diagram.png"/>
          <p:cNvPicPr>
            <a:picLocks noGrp="1"/>
          </p:cNvPicPr>
          <p:nvPr>
            <p:ph idx="1"/>
          </p:nvPr>
        </p:nvPicPr>
        <p:blipFill>
          <a:blip r:embed="rId2" cstate="print"/>
          <a:srcRect l="10687" t="6756" r="9160" b="6757"/>
          <a:stretch>
            <a:fillRect/>
          </a:stretch>
        </p:blipFill>
        <p:spPr>
          <a:xfrm>
            <a:off x="1214414" y="571486"/>
            <a:ext cx="6858016" cy="4572014"/>
          </a:xfrm>
          <a:prstGeom prst="rect">
            <a:avLst/>
          </a:prstGeom>
        </p:spPr>
      </p:pic>
      <p:sp>
        <p:nvSpPr>
          <p:cNvPr id="4" name="Sous-titre 5"/>
          <p:cNvSpPr txBox="1">
            <a:spLocks/>
          </p:cNvSpPr>
          <p:nvPr/>
        </p:nvSpPr>
        <p:spPr>
          <a:xfrm>
            <a:off x="2285984" y="142858"/>
            <a:ext cx="4814894" cy="577425"/>
          </a:xfrm>
          <a:prstGeom prst="rect">
            <a:avLst/>
          </a:prstGeom>
        </p:spPr>
        <p:txBody>
          <a:bodyPr vert="horz">
            <a:normAutofit/>
          </a:bodyPr>
          <a:lstStyle/>
          <a:p>
            <a:pPr marL="365760" marR="0" lvl="0" indent="-256032" algn="l" defTabSz="914400" rtl="0" eaLnBrk="1" fontAlgn="auto" latinLnBrk="0" hangingPunct="1">
              <a:lnSpc>
                <a:spcPct val="100000"/>
              </a:lnSpc>
              <a:spcBef>
                <a:spcPts val="400"/>
              </a:spcBef>
              <a:spcAft>
                <a:spcPts val="0"/>
              </a:spcAft>
              <a:buClr>
                <a:schemeClr val="accent1"/>
              </a:buClr>
              <a:buSzPct val="68000"/>
              <a:buFont typeface="Wingdings 3"/>
              <a:buChar char=""/>
              <a:tabLst/>
              <a:defRPr/>
            </a:pPr>
            <a:r>
              <a:rPr kumimoji="0" lang="fr-FR" sz="2700" b="0" i="0" u="none" strike="noStrike" kern="1200" cap="none" spc="0" normalizeH="0" baseline="0" noProof="0" dirty="0" smtClean="0">
                <a:ln>
                  <a:noFill/>
                </a:ln>
                <a:solidFill>
                  <a:schemeClr val="tx1"/>
                </a:solidFill>
                <a:effectLst/>
                <a:uLnTx/>
                <a:uFillTx/>
                <a:latin typeface="+mn-lt"/>
                <a:ea typeface="+mn-ea"/>
                <a:cs typeface="+mn-cs"/>
              </a:rPr>
              <a:t>Diagramme de Classe</a:t>
            </a:r>
            <a:endParaRPr kumimoji="0" lang="fr-FR" sz="27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29</a:t>
            </a:fld>
            <a:endParaRPr lang="fr-BE"/>
          </a:p>
        </p:txBody>
      </p:sp>
      <p:sp>
        <p:nvSpPr>
          <p:cNvPr id="4" name="Titre 3"/>
          <p:cNvSpPr>
            <a:spLocks noGrp="1"/>
          </p:cNvSpPr>
          <p:nvPr>
            <p:ph type="title"/>
          </p:nvPr>
        </p:nvSpPr>
        <p:spPr/>
        <p:txBody>
          <a:bodyPr>
            <a:normAutofit fontScale="90000"/>
          </a:bodyPr>
          <a:lstStyle/>
          <a:p>
            <a:r>
              <a:rPr lang="fr-FR" dirty="0" smtClean="0"/>
              <a:t>Vue globale de l’application JCSP.net</a:t>
            </a:r>
            <a:endParaRPr lang="fr-FR" dirty="0"/>
          </a:p>
        </p:txBody>
      </p:sp>
      <p:pic>
        <p:nvPicPr>
          <p:cNvPr id="5" name="Espace réservé du contenu 4" descr="Deployment Diagram.png"/>
          <p:cNvPicPr>
            <a:picLocks noGrp="1"/>
          </p:cNvPicPr>
          <p:nvPr>
            <p:ph idx="1"/>
          </p:nvPr>
        </p:nvPicPr>
        <p:blipFill>
          <a:blip r:embed="rId2" cstate="print"/>
          <a:srcRect l="1625" t="7250" r="3353" b="16978"/>
          <a:stretch>
            <a:fillRect/>
          </a:stretch>
        </p:blipFill>
        <p:spPr>
          <a:xfrm>
            <a:off x="1000100" y="1357304"/>
            <a:ext cx="7215238" cy="35719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30</a:t>
            </a:fld>
            <a:endParaRPr lang="fr-BE"/>
          </a:p>
        </p:txBody>
      </p:sp>
      <p:pic>
        <p:nvPicPr>
          <p:cNvPr id="5" name="Image 4" descr="Class Diagram.png"/>
          <p:cNvPicPr/>
          <p:nvPr/>
        </p:nvPicPr>
        <p:blipFill>
          <a:blip r:embed="rId3" cstate="print"/>
          <a:srcRect l="14037" t="4595" r="7837" b="9834"/>
          <a:stretch>
            <a:fillRect/>
          </a:stretch>
        </p:blipFill>
        <p:spPr>
          <a:xfrm>
            <a:off x="1000100" y="571486"/>
            <a:ext cx="7643866" cy="4572014"/>
          </a:xfrm>
          <a:prstGeom prst="rect">
            <a:avLst/>
          </a:prstGeom>
        </p:spPr>
      </p:pic>
      <p:sp>
        <p:nvSpPr>
          <p:cNvPr id="4" name="Sous-titre 5"/>
          <p:cNvSpPr txBox="1">
            <a:spLocks/>
          </p:cNvSpPr>
          <p:nvPr/>
        </p:nvSpPr>
        <p:spPr>
          <a:xfrm>
            <a:off x="2285984" y="142858"/>
            <a:ext cx="4814894" cy="577425"/>
          </a:xfrm>
          <a:prstGeom prst="rect">
            <a:avLst/>
          </a:prstGeom>
        </p:spPr>
        <p:txBody>
          <a:bodyPr vert="horz">
            <a:normAutofit/>
          </a:bodyPr>
          <a:lstStyle/>
          <a:p>
            <a:pPr marL="365760" marR="0" lvl="0" indent="-256032" algn="l" defTabSz="914400" rtl="0" eaLnBrk="1" fontAlgn="auto" latinLnBrk="0" hangingPunct="1">
              <a:lnSpc>
                <a:spcPct val="100000"/>
              </a:lnSpc>
              <a:spcBef>
                <a:spcPts val="400"/>
              </a:spcBef>
              <a:spcAft>
                <a:spcPts val="0"/>
              </a:spcAft>
              <a:buClr>
                <a:schemeClr val="accent1"/>
              </a:buClr>
              <a:buSzPct val="68000"/>
              <a:buFont typeface="Wingdings 3"/>
              <a:buChar char=""/>
              <a:tabLst/>
              <a:defRPr/>
            </a:pPr>
            <a:r>
              <a:rPr kumimoji="0" lang="fr-FR" sz="2700" b="0" i="0" u="none" strike="noStrike" kern="1200" cap="none" spc="0" normalizeH="0" baseline="0" noProof="0" dirty="0" smtClean="0">
                <a:ln>
                  <a:noFill/>
                </a:ln>
                <a:solidFill>
                  <a:schemeClr val="tx1"/>
                </a:solidFill>
                <a:effectLst/>
                <a:uLnTx/>
                <a:uFillTx/>
                <a:latin typeface="+mn-lt"/>
                <a:ea typeface="+mn-ea"/>
                <a:cs typeface="+mn-cs"/>
              </a:rPr>
              <a:t>Diagramme de Classe</a:t>
            </a:r>
            <a:endParaRPr kumimoji="0" lang="fr-FR" sz="27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lstStyle/>
          <a:p>
            <a:r>
              <a:rPr lang="fr-FR" dirty="0" smtClean="0"/>
              <a:t>Il y a des recherche en cour</a:t>
            </a:r>
          </a:p>
          <a:p>
            <a:r>
              <a:rPr lang="fr-FR" dirty="0" smtClean="0"/>
              <a:t>En a proposer un formalisme pour cette application</a:t>
            </a:r>
          </a:p>
          <a:p>
            <a:pPr lvl="1"/>
            <a:r>
              <a:rPr lang="fr-FR" dirty="0" smtClean="0"/>
              <a:t>Aspect Statique</a:t>
            </a:r>
          </a:p>
          <a:p>
            <a:pPr lvl="1"/>
            <a:r>
              <a:rPr lang="fr-FR" dirty="0" smtClean="0"/>
              <a:t>Aspect Dynamique</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31</a:t>
            </a:fld>
            <a:endParaRPr lang="fr-BE"/>
          </a:p>
        </p:txBody>
      </p:sp>
      <p:sp>
        <p:nvSpPr>
          <p:cNvPr id="4" name="Titre 3"/>
          <p:cNvSpPr>
            <a:spLocks noGrp="1"/>
          </p:cNvSpPr>
          <p:nvPr>
            <p:ph type="title"/>
          </p:nvPr>
        </p:nvSpPr>
        <p:spPr/>
        <p:txBody>
          <a:bodyPr/>
          <a:lstStyle/>
          <a:p>
            <a:r>
              <a:rPr lang="fr-FR" dirty="0" smtClean="0"/>
              <a:t>Remarque sur CSP dans UML</a:t>
            </a:r>
            <a:endParaRPr lang="fr-F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32</a:t>
            </a:fld>
            <a:endParaRPr lang="fr-BE"/>
          </a:p>
        </p:txBody>
      </p:sp>
      <p:pic>
        <p:nvPicPr>
          <p:cNvPr id="5" name="Image 4" descr="Component Diagram JCSP.Net Architecture.png"/>
          <p:cNvPicPr/>
          <p:nvPr/>
        </p:nvPicPr>
        <p:blipFill>
          <a:blip r:embed="rId2" cstate="print"/>
          <a:srcRect l="7837" t="15251" r="7837" b="16988"/>
          <a:stretch>
            <a:fillRect/>
          </a:stretch>
        </p:blipFill>
        <p:spPr>
          <a:xfrm>
            <a:off x="642910" y="214296"/>
            <a:ext cx="8001056" cy="492920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33</a:t>
            </a:fld>
            <a:endParaRPr lang="fr-BE"/>
          </a:p>
        </p:txBody>
      </p:sp>
      <p:pic>
        <p:nvPicPr>
          <p:cNvPr id="5" name="Picture 5" descr="Activity Diagram run MiniISente"/>
          <p:cNvPicPr/>
          <p:nvPr/>
        </p:nvPicPr>
        <p:blipFill>
          <a:blip r:embed="rId2" cstate="print"/>
          <a:srcRect l="5249" t="4606" r="5249" b="6119"/>
          <a:stretch>
            <a:fillRect/>
          </a:stretch>
        </p:blipFill>
        <p:spPr>
          <a:xfrm>
            <a:off x="428596" y="0"/>
            <a:ext cx="8143932" cy="51435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normAutofit lnSpcReduction="10000"/>
          </a:bodyPr>
          <a:lstStyle/>
          <a:p>
            <a:pPr lvl="0"/>
            <a:r>
              <a:rPr lang="fr-FR" sz="3600" dirty="0" smtClean="0"/>
              <a:t>lignes de code</a:t>
            </a:r>
          </a:p>
          <a:p>
            <a:pPr lvl="0"/>
            <a:r>
              <a:rPr lang="fr-FR" sz="3600" dirty="0" smtClean="0"/>
              <a:t>nombre de classes</a:t>
            </a:r>
          </a:p>
          <a:p>
            <a:pPr lvl="0"/>
            <a:r>
              <a:rPr lang="fr-FR" sz="3600" dirty="0" smtClean="0"/>
              <a:t>nombre de méthodes</a:t>
            </a:r>
          </a:p>
          <a:p>
            <a:pPr lvl="0"/>
            <a:r>
              <a:rPr lang="fr-FR" sz="3600" dirty="0" smtClean="0"/>
              <a:t>complexité </a:t>
            </a:r>
            <a:r>
              <a:rPr lang="fr-FR" sz="3600" dirty="0" err="1" smtClean="0"/>
              <a:t>cyclomatique</a:t>
            </a:r>
            <a:r>
              <a:rPr lang="fr-FR" sz="3600" dirty="0" smtClean="0"/>
              <a:t> :</a:t>
            </a:r>
          </a:p>
          <a:p>
            <a:pPr lvl="0"/>
            <a:r>
              <a:rPr lang="fr-FR" sz="3600" dirty="0" smtClean="0"/>
              <a:t>LCOM (manque de cohésion dans les méthodes)</a:t>
            </a:r>
            <a:endParaRPr lang="fr-FR" sz="3600"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34</a:t>
            </a:fld>
            <a:endParaRPr lang="fr-BE"/>
          </a:p>
        </p:txBody>
      </p:sp>
      <p:sp>
        <p:nvSpPr>
          <p:cNvPr id="4" name="Titre 3"/>
          <p:cNvSpPr>
            <a:spLocks noGrp="1"/>
          </p:cNvSpPr>
          <p:nvPr>
            <p:ph type="title"/>
          </p:nvPr>
        </p:nvSpPr>
        <p:spPr/>
        <p:txBody>
          <a:bodyPr/>
          <a:lstStyle/>
          <a:p>
            <a:r>
              <a:rPr lang="fr-FR" dirty="0" err="1" smtClean="0"/>
              <a:t>Metriques</a:t>
            </a:r>
            <a:endParaRPr lang="fr-F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35</a:t>
            </a:fld>
            <a:endParaRPr lang="fr-BE"/>
          </a:p>
        </p:txBody>
      </p:sp>
      <p:sp>
        <p:nvSpPr>
          <p:cNvPr id="4" name="Titre 3"/>
          <p:cNvSpPr>
            <a:spLocks noGrp="1"/>
          </p:cNvSpPr>
          <p:nvPr>
            <p:ph type="title"/>
          </p:nvPr>
        </p:nvSpPr>
        <p:spPr/>
        <p:txBody>
          <a:bodyPr/>
          <a:lstStyle/>
          <a:p>
            <a:r>
              <a:rPr lang="fr-FR" dirty="0" smtClean="0"/>
              <a:t>Annuaire</a:t>
            </a:r>
            <a:endParaRPr lang="fr-FR" dirty="0"/>
          </a:p>
        </p:txBody>
      </p:sp>
      <p:graphicFrame>
        <p:nvGraphicFramePr>
          <p:cNvPr id="5" name="Espace réservé du contenu 4"/>
          <p:cNvGraphicFramePr>
            <a:graphicFrameLocks noGrp="1"/>
          </p:cNvGraphicFramePr>
          <p:nvPr>
            <p:ph idx="1"/>
          </p:nvPr>
        </p:nvGraphicFramePr>
        <p:xfrm>
          <a:off x="457200" y="1111250"/>
          <a:ext cx="8229600" cy="3889392"/>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numéro de diapositive 2"/>
          <p:cNvSpPr>
            <a:spLocks noGrp="1"/>
          </p:cNvSpPr>
          <p:nvPr>
            <p:ph type="sldNum" sz="quarter" idx="12"/>
          </p:nvPr>
        </p:nvSpPr>
        <p:spPr/>
        <p:txBody>
          <a:bodyPr/>
          <a:lstStyle/>
          <a:p>
            <a:fld id="{CF4668DC-857F-487D-BFFA-8C0CA5037977}" type="slidenum">
              <a:rPr lang="fr-BE" smtClean="0"/>
              <a:pPr/>
              <a:t>36</a:t>
            </a:fld>
            <a:endParaRPr lang="fr-BE"/>
          </a:p>
        </p:txBody>
      </p:sp>
      <p:sp>
        <p:nvSpPr>
          <p:cNvPr id="4" name="Titre 3"/>
          <p:cNvSpPr>
            <a:spLocks noGrp="1"/>
          </p:cNvSpPr>
          <p:nvPr>
            <p:ph type="title"/>
          </p:nvPr>
        </p:nvSpPr>
        <p:spPr/>
        <p:txBody>
          <a:bodyPr/>
          <a:lstStyle/>
          <a:p>
            <a:pPr algn="ctr"/>
            <a:r>
              <a:rPr lang="fr-FR" dirty="0" smtClean="0"/>
              <a:t>Application</a:t>
            </a:r>
            <a:endParaRPr lang="fr-FR" dirty="0"/>
          </a:p>
        </p:txBody>
      </p:sp>
      <p:graphicFrame>
        <p:nvGraphicFramePr>
          <p:cNvPr id="5" name="Espace réservé du contenu 4"/>
          <p:cNvGraphicFramePr>
            <a:graphicFrameLocks noGrp="1"/>
          </p:cNvGraphicFramePr>
          <p:nvPr>
            <p:ph idx="1"/>
          </p:nvPr>
        </p:nvGraphicFramePr>
        <p:xfrm>
          <a:off x="457200" y="1111250"/>
          <a:ext cx="8229600" cy="3889392"/>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p:txBody>
          <a:bodyPr/>
          <a:lstStyle/>
          <a:p>
            <a:r>
              <a:rPr lang="fr-FR" dirty="0" smtClean="0"/>
              <a:t>Ce récapitulatif renforce le coté de RMI dans la simplicité de réalisation des projets, et le coté de JCSP.net dans la partie concurrence et encapsulation des données ainsi que la vérification et la validation par l’intégration de celle-ci dans le cycle de développement.</a:t>
            </a:r>
          </a:p>
          <a:p>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37</a:t>
            </a:fld>
            <a:endParaRPr lang="fr-BE"/>
          </a:p>
        </p:txBody>
      </p:sp>
      <p:sp>
        <p:nvSpPr>
          <p:cNvPr id="4" name="Titre 3"/>
          <p:cNvSpPr>
            <a:spLocks noGrp="1"/>
          </p:cNvSpPr>
          <p:nvPr>
            <p:ph type="title"/>
          </p:nvPr>
        </p:nvSpPr>
        <p:spPr/>
        <p:txBody>
          <a:bodyPr/>
          <a:lstStyle/>
          <a:p>
            <a:r>
              <a:rPr lang="fr-FR" dirty="0" smtClean="0"/>
              <a:t>Conclusion</a:t>
            </a:r>
            <a:endParaRPr lang="fr-FR"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contenu 1"/>
          <p:cNvSpPr>
            <a:spLocks noGrp="1"/>
          </p:cNvSpPr>
          <p:nvPr>
            <p:ph idx="1"/>
          </p:nvPr>
        </p:nvSpPr>
        <p:spPr>
          <a:xfrm>
            <a:off x="457200" y="1110997"/>
            <a:ext cx="8229600" cy="3532456"/>
          </a:xfrm>
        </p:spPr>
        <p:txBody>
          <a:bodyPr>
            <a:normAutofit fontScale="85000" lnSpcReduction="10000"/>
          </a:bodyPr>
          <a:lstStyle/>
          <a:p>
            <a:r>
              <a:rPr lang="fr-FR" dirty="0" smtClean="0"/>
              <a:t>création des outils graphique de conception JCSP ou JCSP.net, comme ALICE a fait avec le code JAVA, ce qui facilite bien l’analyse de système et le factoring de code.</a:t>
            </a:r>
          </a:p>
          <a:p>
            <a:r>
              <a:rPr lang="fr-FR" dirty="0" smtClean="0"/>
              <a:t>Besoin de réaliser l’étude par d’autre développeurs pour avoir des résultats plus concrète.</a:t>
            </a:r>
          </a:p>
          <a:p>
            <a:r>
              <a:rPr lang="fr-FR" dirty="0" smtClean="0"/>
              <a:t>Enrichir le formalisme proposées par les autre concepts de JCSP.net</a:t>
            </a:r>
          </a:p>
          <a:p>
            <a:r>
              <a:rPr lang="fr-FR" dirty="0" smtClean="0"/>
              <a:t>l’application est besoin d’améliorée l’orgonomie et l’adaptation aux plateformes mobiles.</a:t>
            </a: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38</a:t>
            </a:fld>
            <a:endParaRPr lang="fr-BE"/>
          </a:p>
        </p:txBody>
      </p:sp>
      <p:sp>
        <p:nvSpPr>
          <p:cNvPr id="4" name="Titre 3"/>
          <p:cNvSpPr>
            <a:spLocks noGrp="1"/>
          </p:cNvSpPr>
          <p:nvPr>
            <p:ph type="title"/>
          </p:nvPr>
        </p:nvSpPr>
        <p:spPr/>
        <p:txBody>
          <a:bodyPr/>
          <a:lstStyle/>
          <a:p>
            <a:r>
              <a:rPr lang="fr-FR" dirty="0" smtClean="0"/>
              <a:t>Perspective</a:t>
            </a:r>
            <a:endParaRPr lang="fr-FR"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p:txBody>
          <a:bodyPr/>
          <a:lstStyle/>
          <a:p>
            <a:r>
              <a:rPr lang="fr-FR" dirty="0" smtClean="0"/>
              <a:t>Merci</a:t>
            </a:r>
            <a:endParaRPr lang="fr-FR" dirty="0"/>
          </a:p>
        </p:txBody>
      </p:sp>
      <p:sp>
        <p:nvSpPr>
          <p:cNvPr id="3" name="Sous-titre 2"/>
          <p:cNvSpPr>
            <a:spLocks noGrp="1"/>
          </p:cNvSpPr>
          <p:nvPr>
            <p:ph type="subTitle" idx="1"/>
          </p:nvPr>
        </p:nvSpPr>
        <p:spPr/>
        <p:txBody>
          <a:bodyPr/>
          <a:lstStyle/>
          <a:p>
            <a:r>
              <a:rPr lang="fr-FR" dirty="0" smtClean="0"/>
              <a:t>Pour votre attention</a:t>
            </a:r>
            <a:endParaRPr lang="fr-FR" dirty="0"/>
          </a:p>
        </p:txBody>
      </p:sp>
    </p:spTree>
    <p:extLst>
      <p:ext uri="{BB962C8B-B14F-4D97-AF65-F5344CB8AC3E}">
        <p14:creationId xmlns="" xmlns:p14="http://schemas.microsoft.com/office/powerpoint/2010/main" val="1633780384"/>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NUM" val="6"/>
</p:tagLst>
</file>

<file path=ppt/tags/tag2.xml><?xml version="1.0" encoding="utf-8"?>
<p:tagLst xmlns:a="http://schemas.openxmlformats.org/drawingml/2006/main" xmlns:r="http://schemas.openxmlformats.org/officeDocument/2006/relationships" xmlns:p="http://schemas.openxmlformats.org/presentationml/2006/main">
  <p:tag name="NUM" val="10"/>
</p:tagLst>
</file>

<file path=ppt/tags/tag3.xml><?xml version="1.0" encoding="utf-8"?>
<p:tagLst xmlns:a="http://schemas.openxmlformats.org/drawingml/2006/main" xmlns:r="http://schemas.openxmlformats.org/officeDocument/2006/relationships" xmlns:p="http://schemas.openxmlformats.org/presentationml/2006/main">
  <p:tag name="NUM" val="4"/>
</p:tagLst>
</file>

<file path=ppt/tags/tag4.xml><?xml version="1.0" encoding="utf-8"?>
<p:tagLst xmlns:a="http://schemas.openxmlformats.org/drawingml/2006/main" xmlns:r="http://schemas.openxmlformats.org/officeDocument/2006/relationships" xmlns:p="http://schemas.openxmlformats.org/presentationml/2006/main">
  <p:tag name="NUM" val="5"/>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Rotonde">
  <a:themeElements>
    <a:clrScheme name="Rotond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Rotonde">
      <a:maj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majorFont>
      <a:min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minorFont>
    </a:fontScheme>
    <a:fmtScheme name="Rotonde">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9525" cap="flat" cmpd="sng" algn="ctr">
          <a:solidFill>
            <a:schemeClr val="phClr"/>
          </a:solidFill>
          <a:prstDash val="solid"/>
        </a:ln>
        <a:ln w="55000" cap="flat" cmpd="thickThin" algn="ctr">
          <a:solidFill>
            <a:schemeClr val="phClr"/>
          </a:solidFill>
          <a:prstDash val="solid"/>
        </a:ln>
        <a:ln w="63500" cap="flat" cmpd="thickThin"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fov="0">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gradFill rotWithShape="1">
          <a:gsLst>
            <a:gs pos="0">
              <a:schemeClr val="phClr">
                <a:tint val="55000"/>
                <a:satMod val="300000"/>
              </a:schemeClr>
            </a:gs>
            <a:gs pos="40000">
              <a:schemeClr val="phClr">
                <a:tint val="65000"/>
                <a:satMod val="300000"/>
              </a:schemeClr>
            </a:gs>
            <a:gs pos="100000">
              <a:schemeClr val="phClr">
                <a:shade val="65000"/>
                <a:satMod val="300000"/>
              </a:schemeClr>
            </a:gs>
          </a:gsLst>
          <a:path path="circle">
            <a:fillToRect l="95000" t="-106500" r="5000" b="206500"/>
          </a:path>
        </a:gradFill>
        <a:blipFill>
          <a:blip xmlns:r="http://schemas.openxmlformats.org/officeDocument/2006/relationships" r:embed="rId1">
            <a:duotone>
              <a:schemeClr val="phClr">
                <a:shade val="60000"/>
                <a:satMod val="110000"/>
              </a:schemeClr>
              <a:schemeClr val="phClr">
                <a:tint val="95000"/>
              </a:schemeClr>
            </a:duotone>
          </a:blip>
          <a:tile tx="0" ty="0" sx="50000" sy="5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Concourse</Template>
  <TotalTime>4244</TotalTime>
  <Words>978</Words>
  <Application>Microsoft Office PowerPoint</Application>
  <PresentationFormat>Affichage à l'écran (16:9)</PresentationFormat>
  <Paragraphs>170</Paragraphs>
  <Slides>39</Slides>
  <Notes>8</Notes>
  <HiddenSlides>0</HiddenSlides>
  <MMClips>0</MMClips>
  <ScaleCrop>false</ScaleCrop>
  <HeadingPairs>
    <vt:vector size="4" baseType="variant">
      <vt:variant>
        <vt:lpstr>Thème</vt:lpstr>
      </vt:variant>
      <vt:variant>
        <vt:i4>1</vt:i4>
      </vt:variant>
      <vt:variant>
        <vt:lpstr>Titres des diapositives</vt:lpstr>
      </vt:variant>
      <vt:variant>
        <vt:i4>39</vt:i4>
      </vt:variant>
    </vt:vector>
  </HeadingPairs>
  <TitlesOfParts>
    <vt:vector size="40" baseType="lpstr">
      <vt:lpstr>Rotonde</vt:lpstr>
      <vt:lpstr>Étude comparative de construction d'une application distribuée avec RMI et JCSP net</vt:lpstr>
      <vt:lpstr>Plan</vt:lpstr>
      <vt:lpstr>Introduction</vt:lpstr>
      <vt:lpstr>Introduction</vt:lpstr>
      <vt:lpstr>RMI</vt:lpstr>
      <vt:lpstr>Définition </vt:lpstr>
      <vt:lpstr>RPC</vt:lpstr>
      <vt:lpstr>Diapositive 8</vt:lpstr>
      <vt:lpstr>Architecture RMI </vt:lpstr>
      <vt:lpstr>Mécanisme de téléchargement  des définitions des classes distantes </vt:lpstr>
      <vt:lpstr>Diapositive 11</vt:lpstr>
      <vt:lpstr>Le mécanisme d’activation des objets distants </vt:lpstr>
      <vt:lpstr>Garbage collector distribué</vt:lpstr>
      <vt:lpstr>Conclusion</vt:lpstr>
      <vt:lpstr>JCSP.net</vt:lpstr>
      <vt:lpstr>Diapositive 16</vt:lpstr>
      <vt:lpstr>CSP</vt:lpstr>
      <vt:lpstr>Concepts de base</vt:lpstr>
      <vt:lpstr>Exemple :</vt:lpstr>
      <vt:lpstr>JCSP</vt:lpstr>
      <vt:lpstr>Alternative            Parallel</vt:lpstr>
      <vt:lpstr>JCSP.net</vt:lpstr>
      <vt:lpstr>Chanel name server CNS</vt:lpstr>
      <vt:lpstr>Type des canaux</vt:lpstr>
      <vt:lpstr>Conception de l’application MiniIsante</vt:lpstr>
      <vt:lpstr>Vue globale de l’application</vt:lpstr>
      <vt:lpstr>Diapositive 27</vt:lpstr>
      <vt:lpstr>Diapositive 28</vt:lpstr>
      <vt:lpstr>Vue globale de l’application JCSP.net</vt:lpstr>
      <vt:lpstr>Diapositive 30</vt:lpstr>
      <vt:lpstr>Remarque sur CSP dans UML</vt:lpstr>
      <vt:lpstr>Diapositive 32</vt:lpstr>
      <vt:lpstr>Diapositive 33</vt:lpstr>
      <vt:lpstr>Metriques</vt:lpstr>
      <vt:lpstr>Annuaire</vt:lpstr>
      <vt:lpstr>Application</vt:lpstr>
      <vt:lpstr>Conclusion</vt:lpstr>
      <vt:lpstr>Perspective</vt:lpstr>
      <vt:lpstr>Merci</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imed eddine</dc:creator>
  <cp:lastModifiedBy>soufiane</cp:lastModifiedBy>
  <cp:revision>142</cp:revision>
  <dcterms:created xsi:type="dcterms:W3CDTF">2017-06-17T04:19:02Z</dcterms:created>
  <dcterms:modified xsi:type="dcterms:W3CDTF">2018-06-27T22:21:36Z</dcterms:modified>
</cp:coreProperties>
</file>